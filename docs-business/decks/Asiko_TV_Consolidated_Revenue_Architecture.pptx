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ln w="19050">
            <a:solidFill>
              <a:srgbClr val="C99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-640080"/>
            <a:ext cx="4297680" cy="4297680"/>
          </a:xfrm>
          <a:prstGeom prst="ellipse">
            <a:avLst/>
          </a:prstGeom>
          <a:ln w="9525">
            <a:solidFill>
              <a:srgbClr val="F1D2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OFFICE OF THE CHIEF COMMERCIAL OFFICER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ASIKO TV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Revenue Architecture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3291840"/>
            <a:ext cx="2377440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20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  ·  1MATV  ·  Kulture Streams / Edo Kulture Streams  ·  Category-Exclusive Advertising &amp; Sponsorship  ·  Content-Owner Monetisation — one platform, five revenue engines, at www.asiko.live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623560"/>
            <a:ext cx="12188952" cy="12344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MONETISE YOUR CREATIVITY. TELL YOUR AFRICAN STORIES WITH CONFIDENCE. OWN IT.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Consolidation Exists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Channels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new, dedicated linear channels onto Asiko TV from every corner of the business — not one platform bolted onto another, but one commercial engine room.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947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560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 — competitions, shopping TV, AI content, sponsorship sales — creates production, sales, and creator jobs across the continent and diaspora.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325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 Stories, Told with Confidence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Nollywood, folklore, entrepreneurship, and commerce told by Africans, for Africa and its diaspora — unapologetically.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0690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343400"/>
            <a:ext cx="502920" cy="50292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325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Owners Own the Bag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9377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and content owners get their own monetisation channel on Asiko — licence fees or revenue share, not just distribution.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Five Revenue Engines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97087" y="2163406"/>
            <a:ext cx="389165" cy="903774"/>
          </a:xfrm>
          <a:prstGeom prst="line">
            <a:avLst/>
          </a:prstGeom>
          <a:noFill/>
          <a:ln w="12700">
            <a:solidFill>
              <a:srgbClr val="5A4A2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967066" y="2031678"/>
            <a:ext cx="1795138" cy="1287503"/>
          </a:xfrm>
          <a:prstGeom prst="line">
            <a:avLst/>
          </a:prstGeom>
          <a:noFill/>
          <a:ln w="12700">
            <a:solidFill>
              <a:srgbClr val="5A4A2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610464" y="3969560"/>
            <a:ext cx="2479761" cy="556787"/>
          </a:xfrm>
          <a:prstGeom prst="line">
            <a:avLst/>
          </a:prstGeom>
          <a:noFill/>
          <a:ln w="12700">
            <a:solidFill>
              <a:srgbClr val="5A4A2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070376" y="3974690"/>
            <a:ext cx="2344627" cy="548975"/>
          </a:xfrm>
          <a:prstGeom prst="line">
            <a:avLst/>
          </a:prstGeom>
          <a:noFill/>
          <a:ln w="12700">
            <a:solidFill>
              <a:srgbClr val="5A4A2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80760" y="4800600"/>
            <a:ext cx="0" cy="662940"/>
          </a:xfrm>
          <a:prstGeom prst="line">
            <a:avLst/>
          </a:prstGeom>
          <a:noFill/>
          <a:ln w="12700">
            <a:solidFill>
              <a:srgbClr val="5A4A2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120640" y="2834640"/>
            <a:ext cx="1920240" cy="19202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8346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ASIKO TV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/ OTT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www.asiko.live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94660" y="13030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50505"/>
          </a:solidFill>
          <a:ln w="12700">
            <a:solidFill>
              <a:srgbClr val="C99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4388" y="139446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Next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4388" y="1833372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talent competition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63940" y="13030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50505"/>
          </a:solidFill>
          <a:ln w="12700">
            <a:solidFill>
              <a:srgbClr val="C996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3668" y="139446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1MATV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73668" y="1833372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shopping &amp; SME channel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460" y="413766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50505"/>
          </a:solidFill>
          <a:ln w="12700">
            <a:solidFill>
              <a:srgbClr val="C996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" y="422910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Kulture Streams / EKS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1188" y="4668012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story competition &amp; streaming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441180" y="413766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50505"/>
          </a:solidFill>
          <a:ln w="12700">
            <a:solidFill>
              <a:srgbClr val="C996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0908" y="422910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Category-Exclusive Ads &amp; Sponsorship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50908" y="4668012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sponsor layer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4900" y="550926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50505"/>
          </a:solidFill>
          <a:ln w="12700">
            <a:solidFill>
              <a:srgbClr val="C996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4628" y="560070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Content-Owner Monetisation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4628" y="6039612"/>
            <a:ext cx="21122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“Own Your Bag” licence &amp; rev-share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“Television Africa Entrepreneurs” — the Pan-African talent &amp; business competition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355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is the broadcast platform; Media Icons Africa is the commercial and industry engine; Enveu supplies the OTT technology layer.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selection across all 54 African countries builds a content and audience pipeline for Asiko from day one.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Embassies, Goethe-Institut/EU cultural networks, and tourism authorities anchor storytelling and internationalisation.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and finalists convert directly into original programming for Asiko's channel lineup and into future Kulture Streams entrants.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7452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MECHANICS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514600"/>
            <a:ext cx="3383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revenue base: ~$3.5M across the competition cycle.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ladder (title / category / supporting tiers) sold once, activated across broadcast, digital, and live finale.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Engine 4 (category-exclusive sponsorship) and Engine 5 (content-owner channels) with ready-made talent and IP.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1MATV — One Market Africa TV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diaspora shopping and SME commerce channel on Asiko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355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Shoppable-TV channel covering SMEs, startups, fintech, travel, culture, and intra-Africa trade — content aisles: Food &amp; Provisions, Home &amp; Renovation, Electronics &amp; Mobile, Fashion &amp; Lifestyle, Occasions.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Media Icons Africa's prior PZ “Diaspora Market Campaign” — diaspora buyers abroad paying to deliver goods and services to family at home.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SME registration: one-time fee to start, paid boosts for extra visibility and airtime.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sponsorship sold per aisle, layered with the self-serve SME fee base for a two-tier revenue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7452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MECHANICS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514600"/>
            <a:ext cx="3383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stack: SME package fees + boost upgrades + anchor category sponsorship per aisle.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commercial infrastructure that must not fail — 1MATV's commercial health protects the credibility of every other channel on Asiko.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bundle partner for Engine 4's category-exclusive advertisers (FMCG, fintech, logistics, remittance).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Kulture Streams / Edo Kulture Streams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“Nollywood in Your Tongue” — the AI content competition &amp; streaming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355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creators write and produce Nigerian/African folklore as AI-generated short films; entry is a one-off payment and/or subscription tied to a partner AI video tool.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pitched to AI vendors (Anthropic, OpenAI, Runway ML) for credits, a co-branded “African Folklore Edition,” and affiliate revenue share.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 Kulture Streams (EKS) is the state-level pilot — Edo State Ministry partnership, automobile-brand tiered sponsorship, branded merchandise.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exclusively on Homee/Asiko; sold by Media Icons Africa, Media Sales House, and Media Icons Digital.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7452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MECHANICS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514600"/>
            <a:ext cx="3383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stack: entry/subscription fees + AI-vendor sponsorship + category sponsorship (insurance, HMO, fintech, equipment brands, hospitality) + merchandise.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pilots (starting with Edo) create a repeatable, government-co-funded rollout template for every other state.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content becomes permanent Asiko channel programming.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Category-Exclusive Advertising &amp; Sponsorship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cross-cutting revenue layer that sits on top of every channel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355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exclusive market-leading brand per sector — telecom, fintech, banking, beverages, real estate, automobile, FMCG, insurance, health, pharma, travel, e-commerce, betting, energy, education, and more.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platform-wide, not channel-by-channel: a single sponsor buys visibility across Generation Next, 1MATV, Kulture Streams, and the general Asiko lineup at once.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Guaranteed-fee model (not pure rev-share) — the lesson from prior Nigerian FAST failures (MTN, Airtel, GTB), where unpaid rev-share caused content owners to pull out.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pitch to Nigerian ad-industry bodies: MIPAN, ADVAN, and EXMAN, positioning Asiko as the category-exclusive African diaspora media buy.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7452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MECHANICS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514600"/>
            <a:ext cx="3383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stack: 30-sector category-exclusivity contracts, sold as platform-wide bundles rather than single-channel spots.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connective tissue that turns four separate channels into one sellable inventory — the single biggest lever for total platform revenue.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payout terms protect content-owner trust across every other engine.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Content-Owner Monetisation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Content Is Your Revenue Gateway” — Own Your Bag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355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filmmakers and content owners get their own monetised channel or slot on Asiko, not just a distribution deal.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licence fee model (confirmed directly with content-owner association leadership) unlocks large libraries fast — e.g. 1,000 films available within a month once fee guarantees are in place.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Non-exclusive, territory-limited (Sub-Saharan Africa) partnerships, 50/50 net revenue-share, Net-45 payout, as the underlying commercial terms.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 content owner across the ecosystem — Generation Next alumni, Kulture Streams/EKS creators, and outside independent producers alike.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7452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15151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MECHANICS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514600"/>
            <a:ext cx="3383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stack: licence fees + 50/50 net revenue-share on ad inventory carried within owned content.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 is what makes Asiko a platform rather than a broadcaster — content owners are commercial partners, not suppliers.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fuels the ~108-channel (2-per-country) long-term lineup target.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BUNDLING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Mix, Match, Merge: How the Engines Cross-Sell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50505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Pan-African Sponsor Bundle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  +  Category-Exclusivity  +  1MATV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51960" y="1709928"/>
            <a:ext cx="717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category-exclusive brand backs the competition, its finale, and the SME shopping channel — a single platform-wide contract instead of three separate pitches.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50505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986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Commerce Bundle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644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1MATV  +  Category-Exclusivity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2916936"/>
            <a:ext cx="717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Remittance, logistics, fintech, and FMCG sponsors buy 1MATV aisle placement alongside their category-exclusive platform rights.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50505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056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Economy Bundle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4714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Kulture Streams / EKS  +  Generation Next  +  Content-Owner Platform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4123944"/>
            <a:ext cx="717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creators from both competitions graduate straight into owned, monetised channels — talent pipeline becomes content pipeline becomes revenue pipeline.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50505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126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Institutional Bundle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6784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 Kulture Streams  +  Generation Next national tracks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51960" y="5330952"/>
            <a:ext cx="7178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E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governments and embassies co-fund local pilots that template nationally — replicable state-by-state after Edo.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Engines, One Revenue Sheet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4297680"/>
                <a:gridCol w="29260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Revenue 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/ Payer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Sponsorship ladder, category tiers, licensing of finale broadcast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Corporates, cultural institutes, embassies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Icons Africa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1MATV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 package fees, boost upgrades, aisle anchor sponsorship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SMEs, diaspora-facing brands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Icons Africa /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D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Kulture Streams / 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&amp; subscription fees, AI-vendor sponsorship, merch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Creators, AI vendors, state govt, category sponsors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 / Media Sales House / MI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Category-Exclusive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Platform-wide category-exclusivity contracts (30 sectors)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Sector-leading national/global brands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Icons Africa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D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Content-Owner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fees, 50/50 net revenue-share on ad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filmmakers, content libraries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Icons Africa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illustrative pending platform financial model sign-off; Generation Next carries the only currently modelled figure (~$3.5M, illustrative).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Five Engines to the Asiko Lineup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Launch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3375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7-channel presentation lineup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388620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1MATV + first Kulture Streams / EKS channel among the launch 7, proving the model before scale.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3794760"/>
            <a:ext cx="219456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10712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21488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7889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Expansion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3375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category pilots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388620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 Kulture Streams templates statewide rollout; Generation Next national tracks feed fresh programming.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3794760"/>
            <a:ext cx="219456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72784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01384" y="2148840"/>
            <a:ext cx="457200" cy="45720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27889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Content-Owner Onboarding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33375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Licence-fee library growth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388620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Guaranteed-fee deals bring independent film libraries onto owned, monetised content-owner channels.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97112" y="3794760"/>
            <a:ext cx="219456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34856" y="19202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C99632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63456" y="2148840"/>
            <a:ext cx="457200" cy="457200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27" name="Text 25"/>
          <p:cNvSpPr/>
          <p:nvPr/>
        </p:nvSpPr>
        <p:spPr>
          <a:xfrm>
            <a:off x="9363456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36024" y="27889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Scale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36024" y="33375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~108 channels (2 per African country)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36024" y="388620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 alumni, Kulture Streams winners, and onboarded content owners fill out the continent-wide bouquet.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Message, Four Audiences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“Monetise Your Creativity. Tell Your African Stories with Confidence. Own It.”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50505"/>
          </a:solidFill>
          <a:ln w="9525">
            <a:solidFill>
              <a:srgbClr val="C996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3288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 &amp; Diaspora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4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connected to home. See your stories, your market, your culture — told with confidence, on your terms.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23317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50505"/>
          </a:solidFill>
          <a:ln w="9525">
            <a:solidFill>
              <a:srgbClr val="C99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53288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&amp; Content Owners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29400" y="2990088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4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channel, own your revenue. Licence fees and revenue-share, not just distribution.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50505"/>
          </a:solidFill>
          <a:ln w="9525">
            <a:solidFill>
              <a:srgbClr val="C99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817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Advertisers &amp; Sponsors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5138928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4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category-exclusive buy reaches every engine — competitions, commerce, culture, and content.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44805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50505"/>
          </a:solidFill>
          <a:ln w="9525">
            <a:solidFill>
              <a:srgbClr val="C996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46817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&amp; Institutional Partners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29400" y="5138928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4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monetising five distinct, cross-selling African media businesses at once.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ROLL-OUT SEQUENCING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Near, Mid, and Long Term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C99632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9339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2606040"/>
            <a:ext cx="309981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Asiko 7-channel POC lineup (incl. 1MATV, Kulture Streams/EKS)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category-exclusive model to MIPAN, ADVAN, EXMAN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guaranteed-fee content-owner terms with first library partners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99339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Term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36592" y="2606040"/>
            <a:ext cx="309981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Generation Next Season 1 with sponsorship ladder sold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1MATV SME self-serve onboarding at scale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Edo Kulture Streams pilot into 2–3 additional states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D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199339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68512" y="2606040"/>
            <a:ext cx="309981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~108 channels (2 per African country)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Content-owner marketplace fully self-service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Category-exclusivity contracts renewed platform-wide, multi-year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—  CONSOLIDATED REVENUE ARCHITECTURE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ln w="19050">
            <a:solidFill>
              <a:srgbClr val="C99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-640080"/>
            <a:ext cx="4297680" cy="4297680"/>
          </a:xfrm>
          <a:prstGeom prst="ellipse">
            <a:avLst/>
          </a:prstGeom>
          <a:ln w="9525">
            <a:solidFill>
              <a:srgbClr val="F1D2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FIVE ENGINES. ONE REVENUE SHEET.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Monetise Your Creativity.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African Stories with Confidence.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It.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4709160"/>
            <a:ext cx="2377440" cy="0"/>
          </a:xfrm>
          <a:prstGeom prst="line">
            <a:avLst/>
          </a:prstGeom>
          <a:noFill/>
          <a:ln w="19050">
            <a:solidFill>
              <a:srgbClr val="C99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937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www.asiko.live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|  John Idani Upah, ARPA — Managing Director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john.upah@mediaiconsltd.com  |  +234 803 538 2590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2026-09-03T10:53:13Z</dcterms:created>
  <dcterms:modified xsi:type="dcterms:W3CDTF">2026-09-03T10:53:13Z</dcterms:modified>
</cp:coreProperties>
</file>