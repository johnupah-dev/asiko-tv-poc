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image" Target="../media/image-6-8.jp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jp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jp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jpg"/><Relationship Id="rId19" Type="http://schemas.openxmlformats.org/officeDocument/2006/relationships/image" Target="../media/image-6-19.jpg"/><Relationship Id="rId20" Type="http://schemas.openxmlformats.org/officeDocument/2006/relationships/image" Target="../media/image-6-20.jpg"/><Relationship Id="rId21" Type="http://schemas.openxmlformats.org/officeDocument/2006/relationships/image" Target="../media/image-6-21.png"/><Relationship Id="rId22" Type="http://schemas.openxmlformats.org/officeDocument/2006/relationships/image" Target="../media/image-6-22.jpe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jpg"/><Relationship Id="rId10" Type="http://schemas.openxmlformats.org/officeDocument/2006/relationships/image" Target="../media/image-7-10.jp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jp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jpg"/><Relationship Id="rId17" Type="http://schemas.openxmlformats.org/officeDocument/2006/relationships/image" Target="../media/image-7-17.jpe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jp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jpg"/><Relationship Id="rId24" Type="http://schemas.openxmlformats.org/officeDocument/2006/relationships/image" Target="../media/image-7-24.jp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jp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jpg"/><Relationship Id="rId14" Type="http://schemas.openxmlformats.org/officeDocument/2006/relationships/image" Target="../media/image-8-14.jpg"/><Relationship Id="rId15" Type="http://schemas.openxmlformats.org/officeDocument/2006/relationships/image" Target="../media/image-8-15.png"/><Relationship Id="rId16" Type="http://schemas.openxmlformats.org/officeDocument/2006/relationships/image" Target="../media/image-8-16.jpg"/><Relationship Id="rId17" Type="http://schemas.openxmlformats.org/officeDocument/2006/relationships/image" Target="../media/image-8-17.jpg"/><Relationship Id="rId18" Type="http://schemas.openxmlformats.org/officeDocument/2006/relationships/image" Target="../media/image-8-18.jpg"/><Relationship Id="rId19" Type="http://schemas.openxmlformats.org/officeDocument/2006/relationships/image" Target="../media/image-8-19.jpg"/><Relationship Id="rId20" Type="http://schemas.openxmlformats.org/officeDocument/2006/relationships/image" Target="../media/image-8-20.jpg"/><Relationship Id="rId21" Type="http://schemas.openxmlformats.org/officeDocument/2006/relationships/image" Target="../media/image-8-21.jpeg"/><Relationship Id="rId22" Type="http://schemas.openxmlformats.org/officeDocument/2006/relationships/image" Target="../media/image-8-22.png"/><Relationship Id="rId23" Type="http://schemas.openxmlformats.org/officeDocument/2006/relationships/image" Target="../media/image-8-23.jpe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image" Target="../media/image-44-3.png"/><Relationship Id="rId4" Type="http://schemas.openxmlformats.org/officeDocument/2006/relationships/image" Target="../media/image-44-4.jpg"/><Relationship Id="rId5" Type="http://schemas.openxmlformats.org/officeDocument/2006/relationships/image" Target="../media/image-44-5.png"/><Relationship Id="rId6" Type="http://schemas.openxmlformats.org/officeDocument/2006/relationships/image" Target="../media/image-44-6.jpg"/><Relationship Id="rId7" Type="http://schemas.openxmlformats.org/officeDocument/2006/relationships/image" Target="../media/image-4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image" Target="../media/image-45-3.jpg"/><Relationship Id="rId4" Type="http://schemas.openxmlformats.org/officeDocument/2006/relationships/image" Target="../media/image-45-4.jpg"/><Relationship Id="rId5" Type="http://schemas.openxmlformats.org/officeDocument/2006/relationships/image" Target="../media/image-45-5.jpg"/><Relationship Id="rId6" Type="http://schemas.openxmlformats.org/officeDocument/2006/relationships/image" Target="../media/image-45-6.jpeg"/><Relationship Id="rId7" Type="http://schemas.openxmlformats.org/officeDocument/2006/relationships/image" Target="../media/image-45-7.png"/><Relationship Id="rId8" Type="http://schemas.openxmlformats.org/officeDocument/2006/relationships/image" Target="../media/image-45-8.jpeg"/><Relationship Id="rId9" Type="http://schemas.openxmlformats.org/officeDocument/2006/relationships/image" Target="../media/image-45-9.png"/><Relationship Id="rId10" Type="http://schemas.openxmlformats.org/officeDocument/2006/relationships/image" Target="../media/image-45-10.png"/><Relationship Id="rId11" Type="http://schemas.openxmlformats.org/officeDocument/2006/relationships/image" Target="../media/image-45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9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SOUL OF AFRICA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92608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Channel Bouquet &amp; Content Map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/ MVP Platform Channel-Build Reference — One Africa. One Market. One Destination.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Media Icons Africa  ·  Managing Director: John Idani Upah (ARPA)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AT A GLANCE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TV, in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mapped in this document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(74 onboarding + 2 new flagship)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47872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85032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linear channels at full rollout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(~2 per African country, 54 countries)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9944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categories in the Asiko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7696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34856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34856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Free, ad-supported FAST TV 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subscription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Audience &amp; model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79392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audience: the African diaspora (UK, US, Canada, Europe) — plus "community TV" reach into the marketplace worldwide.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Mission: keep the diaspora connected to home, and introduce diaspora children to their heritage.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Monetisation: one category-exclusive market-leader sponsor per sector, across ~30 target sectors, layered with standard ad sales.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stage: live POC (asiko.africa) plus onboarding site (asiko.live) with 73+ channels already signalling interest — this document turns that interest list into a build-ready map.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THIS DOCUMENT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an interest list to a build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deck replaces the earlier HOME TV Africa / Tattase TV brand-architecture concept with a single working document for Asiko TV: every channel that has indicated interest in the now-live asiko.africa / asiko.live sign-up, organised into one genre map, ready to hand to the channel-build (Eyevinn Channel Engine / EPG) workstream.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Content Map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 channels sorted into 19 genre categories — the shelf structure for the EPG.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075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Channel Pages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confirmed channel with logo, genre tag and synopsis — copy-ready for the platform CMS.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5664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Onboarding Queue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still needing a confirmed genre or synopsis, flagged so nothing launches un-briefed.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0576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057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Build Guidance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channels seed the POC, which fill out the MVP, and how the rest phases in toward 110.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CONTENT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overview  (1 of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Flagship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 house channels that anchor the whole bouquet.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1636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1636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Nollywood &amp; Drama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057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Movies and scripted drama — the biggest, most universal block on the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2093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Faith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14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Worship, ministry and faith-led programming across denominations and languages.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551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551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channels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71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news, politics and entertainment/celebrity news.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008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008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429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Markets, executive talk, real estate and corporate/CSR programming.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Comedy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86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Indigenous African comedy — currently the thinnest shelf in the bouquet.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3922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22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channel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343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Beauty &amp; Fashion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Style, glamour, runway and design across the continent.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4379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4379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channels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800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Weddings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celebration culture built around the wedding industry.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21240" y="4837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212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channel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57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Kiddies &amp; Teens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257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Cartoons, talent-grooming and teen/youth lifestyle.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21240" y="5294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921240" y="5294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channels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" y="5715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05840" y="5715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Music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15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Urban, contemporary and industry-side African music.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21240" y="5751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21240" y="5751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CONTENT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overview  (2 of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Culture &amp; Heritage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Language-rooted culture channels and heritage documentary.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1636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1636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Women's Empowerment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057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Networking, mentorship and stories built for African women.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2093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Community, Civic &amp; Advocacy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14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broadcasting, current affairs, inclusion and humanitarian 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551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551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71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Lifestyle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personal development, national lifestyle and rural/agric life.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008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008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Shopping &amp; Marketplace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429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MSME-driven shopping and e-commerce television.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 &amp; Tourism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86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and tourism content.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3922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22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channel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343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Sports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sports — a newly opened shelf.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4379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4379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channel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800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General Entertainment &amp; Talent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entertainment, icons/legends profiling and pageantry.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21240" y="4837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212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channels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57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Arts, Education &amp; Skills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257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arts and skills/education programming.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21240" y="5294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921240" y="5294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" y="5715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05840" y="5715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Pending Classification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15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channels whose genre can't yet be confirmed from name alone.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21240" y="5751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21240" y="5751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channels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(74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ovieaf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45338"/>
            <a:ext cx="1026323" cy="7075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/movieafrica_int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5" y="1844235"/>
            <a:ext cx="1026323" cy="7097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 International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/MAE 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486" y="1782714"/>
            <a:ext cx="832836" cy="8328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Epic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/MAY' log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934" y="1782714"/>
            <a:ext cx="832836" cy="83283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Yoruba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/MAO log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82" y="1782714"/>
            <a:ext cx="832836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Originals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/MAI log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Igbo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/MAH logo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278" y="1782714"/>
            <a:ext cx="832836" cy="8328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Halisa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/MAAS logo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726" y="1782714"/>
            <a:ext cx="832836" cy="8328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African Stories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/oodua_sinema_olop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47" y="3259957"/>
            <a:ext cx="1026323" cy="71299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Sinema Olopin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/movie_indi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2295" y="3264251"/>
            <a:ext cx="1026323" cy="70440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India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/Yoruba Telfisian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1165" y="3200034"/>
            <a:ext cx="725478" cy="83283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Telfisian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/amen_movie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91" y="3261555"/>
            <a:ext cx="1026323" cy="709793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 Movies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/amen_yorub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7639" y="3263154"/>
            <a:ext cx="1026323" cy="70659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 Yoruba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/pp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62658"/>
            <a:ext cx="1026323" cy="707589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PPG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/Sutana TV (2)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1871" y="3200034"/>
            <a:ext cx="831651" cy="83283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Sultana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/race_embass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2983" y="3207615"/>
            <a:ext cx="1026323" cy="817675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Embassy TV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/mandate_new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847" y="4626345"/>
            <a:ext cx="1026323" cy="814855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News International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/Goldmyne TV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9038" y="4617354"/>
            <a:ext cx="832836" cy="83283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GoldMyne TV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/City People TV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90743" y="4754139"/>
            <a:ext cx="1026323" cy="559266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People TV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/GistMe TV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5934" y="4617354"/>
            <a:ext cx="832836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GistMe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/csuite_caf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626055"/>
            <a:ext cx="1026323" cy="815434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C-Suite Café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/Business Day TV.jpe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56804" y="4617354"/>
            <a:ext cx="884888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Day TV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/estates_t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84535" y="4626055"/>
            <a:ext cx="1026323" cy="815434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Estates TV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/csr_t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626055"/>
            <a:ext cx="1026323" cy="815434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(74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laffo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44235"/>
            <a:ext cx="1026323" cy="7097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Laffo TV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/ques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5" y="1845338"/>
            <a:ext cx="1026323" cy="70758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/shaka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743" y="1845338"/>
            <a:ext cx="1026323" cy="70758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Shakara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/FAD36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840869"/>
            <a:ext cx="1026323" cy="7165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FAD360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/Sisi TV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869" y="1782714"/>
            <a:ext cx="891863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Sisi TV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/Yanga TV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Yanga TV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/hook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842010"/>
            <a:ext cx="1026323" cy="71424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Hooked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/bou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983" y="1845338"/>
            <a:ext cx="1026323" cy="707589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Bounce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/Charming Kids Chnnel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90" y="3200034"/>
            <a:ext cx="832836" cy="8328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CKS TV (Charmingkids)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/TeenTV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038" y="3200034"/>
            <a:ext cx="832836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Teen Africa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/platinum_pl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743" y="3261555"/>
            <a:ext cx="1026323" cy="709793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Platinum Play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/play_musi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91" y="3415998"/>
            <a:ext cx="1026323" cy="400907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/PMAN TV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5589" y="3200034"/>
            <a:ext cx="830422" cy="83283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PMAN TV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/Banger Tv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2830" y="3200034"/>
            <a:ext cx="832836" cy="832836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Banger TV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/oogin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535" y="3261555"/>
            <a:ext cx="1026323" cy="709793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Ooginee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/Heritage TV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47478" y="3200034"/>
            <a:ext cx="897331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Heritage TV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/Arewa24-400x400.jpe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90" y="4617354"/>
            <a:ext cx="832836" cy="832836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Arewa24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/ndtv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2295" y="4678875"/>
            <a:ext cx="1026323" cy="709793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NDTV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/twc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90743" y="4679978"/>
            <a:ext cx="1026323" cy="707589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TWC (The Woman Channel)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/Women Connec TV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6535" y="4617354"/>
            <a:ext cx="831634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Connect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/yotomi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676650"/>
            <a:ext cx="1026323" cy="714243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Yotomi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/BENT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86087" y="4817315"/>
            <a:ext cx="1026323" cy="432914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 — Bridging The Gap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/Ability YTVxx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0675" y="4617354"/>
            <a:ext cx="834043" cy="832836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TV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/Compassion TV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80261" y="4617354"/>
            <a:ext cx="831766" cy="832836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CompassionTV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(74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att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38620"/>
            <a:ext cx="1026323" cy="721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Tattase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/ashak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5" y="1845338"/>
            <a:ext cx="1026323" cy="70758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Ashakata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/naij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743" y="1844235"/>
            <a:ext cx="1026323" cy="7097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Naija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/justu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790295"/>
            <a:ext cx="1026323" cy="81767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JustU TV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/Goje Africa T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82" y="1782714"/>
            <a:ext cx="832836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Goge Africa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/LN247 Lifestyl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LN247 Lifestyle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/the_cowr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2019526"/>
            <a:ext cx="1026323" cy="35921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Cowrie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/BUY T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983" y="1817877"/>
            <a:ext cx="1026323" cy="76251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TV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/travel_nigeri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47" y="3261555"/>
            <a:ext cx="1026323" cy="709793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Nigeria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/Afrospor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9223" y="3200034"/>
            <a:ext cx="1012467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Afrosports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/TNT-LOGO-1 (1)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743" y="3271829"/>
            <a:ext cx="1026323" cy="68924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TNT Television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/cons_t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91" y="3210141"/>
            <a:ext cx="1026323" cy="812623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 TV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/Miss Hotlegs TV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9444" y="3200034"/>
            <a:ext cx="842711" cy="83283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 Hotlegs TV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/Itage TV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50582" y="3200034"/>
            <a:ext cx="897331" cy="832836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Itage TV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/noteboo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535" y="3261555"/>
            <a:ext cx="1026323" cy="709793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/Dott TV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9726" y="3200034"/>
            <a:ext cx="832836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 TV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/ATQ TV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847" y="4792394"/>
            <a:ext cx="1026323" cy="482755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ATQ TV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/MUF TV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1174" y="4617354"/>
            <a:ext cx="828565" cy="83283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 TV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/Ozola TV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7486" y="4617354"/>
            <a:ext cx="832836" cy="832836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Ozola TV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/R2TV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89191" y="4723203"/>
            <a:ext cx="1026323" cy="621139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/Star Throne TV.jpe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84382" y="4617354"/>
            <a:ext cx="832836" cy="832836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Throne TV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/WA7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82830" y="4617354"/>
            <a:ext cx="832836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WA7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/X2D TV.jpe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1278" y="4617354"/>
            <a:ext cx="832836" cy="832836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X2D TV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/bmu_t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627461"/>
            <a:ext cx="1026323" cy="812623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BMU 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(74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ab_magic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53" y="1782714"/>
            <a:ext cx="858310" cy="8328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MAB Magicbox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/Kilarigbo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68" y="1782714"/>
            <a:ext cx="374776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KilarigboTV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9601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FULL BOUQUET SIMULCAST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master channel of the Asiko bouquet — a 24/7 simulcast reel of the best of Nollywood, news, music, faith and culture drawn from every channel on the platform. Built to be the first thing a new viewer finds, and the reason they stay to explore the rest.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72200" y="9601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ASIKO+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Asiko+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PREMIUM LAYER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curated, ad-light extension of Asiko TV — binge blocks, exclusive premieres and diaspora-first specials pulled from across the bouquet, for viewers who want more of Asiko TV's best on their own time.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ovieaf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BEYOND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 done right — everything Movies. Stories from an African perspective; our stories, our movies, Nollywood, Gollywood and all the other 'woods' across the continent.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movieafrica_int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6585"/>
            <a:ext cx="1274674" cy="8815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 International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CINEMA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international extension of Movie Africa — entertainment done right, carrying African stories and movies to audiences beyond the continent.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AE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Epic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EPIC &amp; HISTORICAL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period-drama arm of the Movie Africa family — kingdoms, warriors and legends brought to life in sweeping historical epics rooted in African history and folklore.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MAY'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Yoruba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YORUBA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Yoruba-language cinema at its finest — from classic epics to contemporary drama, spotlighting the stars and stories that built the Yoruba film industry.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AO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Originals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EXCLUSIVES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First-run, exclusive Nollywood productions commissioned for the Movie Africa family — fresh stories audiences won't find anywhere else.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MAI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Igbo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IGBO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home of Igbo-language cinema — from the golden age of Nollywood East to today's rising storytellers.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AH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Halisa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HAUSA (KANNYWOOD)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Hausa-language cinema from Kano and beyond — Kannywood's biggest stars and stories for Northern Nigeria and the wider Hausa-speaking world.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MAAS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African Stories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PAN-AFRICAN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Nigeria — feature films and series from across the continent, widening the Movie Africa family into a true pan-African cinema library.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9–10 of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oodua_sinema_olo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4600"/>
            <a:ext cx="1274674" cy="8855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Sinema Olopin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MOVIES &amp;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most contemporary Yoruba TV channel that is much more than movies and talk shows — Yoruba culture laid bare in all its beauty, subtitled in English.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movie_ind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9933"/>
            <a:ext cx="1274674" cy="8748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India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BOLLYWOOD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Bollywood movies have long been a staple on the Nigerian and African movie menu. Follow the best and latest of the Bollywood blockbusters.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amen_mov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Amen Movies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CHRISTIAN MOVIES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Christian movie genre is fast developing and catering for the Christian community in Nigeria and around the world. Amen Movies is the definitive Christian Movies channel.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amen_yoru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8570"/>
            <a:ext cx="1274674" cy="87757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Amen Yoruba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GOSPEL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 is a key part of Yoruba culture; this channel defines and chronicles the Yoruba gospel journey for millions of Yoruba-speaking believers.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p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PPG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PRAISE · POWER · GLORY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Unleash the awesome power of the Almighty God as He inhabits our praises — Africa's premiere praise and worship channel, nonstop, to Him who deserves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Sutana TV (2)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10" y="1100023"/>
            <a:ext cx="1272860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Sultana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 · CHERUBIM &amp; SERAPHIM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of the Cherubim and Seraphim movement — worship, teaching and testimony for one of Africa's oldest indigenous church traditions.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5–5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race_embas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29592"/>
            <a:ext cx="1274674" cy="10155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Race Embassy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 &amp; MINISTRY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programming, worship and teaching from Race Embassy — sermons, testimonies and church life for the faith community it serves.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andate_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31343"/>
            <a:ext cx="1274674" cy="10120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Mandate News International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Independent, mandate-driven news coverage of Nigeria, Africa and the world — politics, business and the stories that matter, reported straight.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Goldmyn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GoldMyne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 NEWS &amp; CELEBRITY GIST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entertainment industry, mined for gold — celebrity news, red-carpet coverage and the stories behind the stars.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City People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90061"/>
            <a:ext cx="1274674" cy="6945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City People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CELEBRITY &amp; ENTERTAINMENT NEWS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Lagos high society and beyond — celebrity news, parties and the social scene, brought to television.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csuite_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30983"/>
            <a:ext cx="1274674" cy="10127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C-Suite Café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EXECUTIVE TALK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Conversations from the executive suite — CEOs, founders and industry leaders unpacking strategy, leadership and the business of getting to the top.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Business Day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37514"/>
            <a:ext cx="1274674" cy="11996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Day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FINANCE NEWS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Markets, macroeconomics and the deals shaping Nigeria's economy — business news and analysis for investors, entrepreneurs and policy watchers.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estates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30983"/>
            <a:ext cx="1274674" cy="10127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Estates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ESTATE &amp; PROPERTY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Lifestyle, business and legacy — property listings, real estate investment advice and the developments shaping Africa's skylines.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1–1 of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laffo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Laffo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wholly indigenous African comedy channel. Watch out for the kings and stars of African comedy, back to back.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ques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FASHION, BEAUTY &amp; 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premier fashion, beauty and style television lifestyle channel — speaking only the language of style, unmatched in covering the industry across the continent.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shaka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7954"/>
            <a:ext cx="1274674" cy="8788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Shakara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FASHION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in the spirit of the mother continent — a dedicated African and Afrocentric fashion channel, formerly Quest TV, the first-ever 24-hour African fashion channel.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FAD3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2404"/>
            <a:ext cx="1274674" cy="8899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FAD360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FASHION, ART &amp; DESIGN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360-degree look at fashion, art and design across Africa — runway to studio, spotlighting the creatives defining the continent's aesthetic.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Sisi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42205"/>
            <a:ext cx="1274674" cy="119031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Sisi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LIFESTYLE &amp; GLAMOUR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glamour and lifestyle channel for the modern African woman — beauty, style and the everyday glow-up, told with confidence and flair.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1–1 of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hoo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3822"/>
            <a:ext cx="1274674" cy="8870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Hooked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to the couple. Weddings are the centrepiece of African celebration — Hooked follows the greatest love stories and the businesses built around them, on Africa's premiere wedding channel.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KIDDIES &amp; TEENS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b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Bounce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treasures for your little treasure — an exclusive kiddies channel of cartoons, animations and excursions following the adventures of the Nigerian kid.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Charming Kids Chn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CKS TV (Charmingkids)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 TALENT &amp; GROOMING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Charmingkids — grooming, talent development and confidence-building programming for the next generation of African children.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KIDDIES &amp; TEENS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een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Teen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TEEN &amp; YOUTH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by and for African teens — school life, trends, music and the issues that matter to the continent's next generation.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platinum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Platinum Play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MUSIC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CD goes platinum, it's a commercial blockbuster. This urban contemporary music channel follows the hip-hop artistes and dancehall anthems raving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play_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88400"/>
            <a:ext cx="1274674" cy="4979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MUSIC +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music is massive around the world; Play delivers the best of Nigerian and African music — fresh, contemporary and retro — plus the whole lifestyle around the beat.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PMAN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31" y="1100023"/>
            <a:ext cx="1270979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PMAN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 INDUSTRY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official voice of the Performing Musicians Association of Nigeria — industry news, artiste development and the business side of African music.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oogin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Ooginee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has never been a popular, correctly-done television channel in the Igbo language — Ooginee is a uniquely crafted explosion into the life and times of the Igbo nation.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Heritag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45832"/>
            <a:ext cx="1274674" cy="11830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Heritage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history, traditions and heritage — documentaries and storytelling that preserve and celebrate the continent's cultural memory.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Arewa24-400x40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Arewa24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NORTHERN NIGERIA / HAUSA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for Northern Nigeria and the Hausa-speaking world — drama, music and lifestyle programming rooted in Arewa culture.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nd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6585"/>
            <a:ext cx="1274674" cy="8815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NDTV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 DELTA TELEVISION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first real digital pay-TV platform for the Niger Delta — the next largest homogenous block after the three major nations — chronicling its stories and struggles.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EMPOWERMENT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w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TWC (The Woman Channel)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WOMAN CHANNEL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African woman is a unique breed — a beast of labour and love. TWC follows her stories through love, family, triumph and every fabled strength she carries.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Women Connec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23" y="1100023"/>
            <a:ext cx="127283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Women Connect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NETWORKING &amp; EMPOWERMENT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African women in business, leadership and community — networking, mentorship and empowerment programming for women on the rise.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COMMUNITY, CIVIC &amp; ADVOCACY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yoto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3822"/>
            <a:ext cx="1274674" cy="8870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Yotomi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BROADCASTING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future-forward channel designed to propagate and elevate Yoruba values, ideas and ways of life — pioneering community broadcasting for national unity and progress.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BEN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68525"/>
            <a:ext cx="1274674" cy="53767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BEN — Bridging The Gap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AFFAIRS &amp; COMMUNITY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government, business and everyday citizens — current affairs and community dialogue on the issues that divide and unite us.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COMMUNITY, CIVIC &amp; ADVOCACY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Ability YTVx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946"/>
            <a:ext cx="1274674" cy="12728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Ability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DISABILITY ADVOCACY &amp; INCLUSION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as able — a channel dedicated to disability advocacy, accessibility and the achievements of people living with disabilities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Compassion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921" y="1100023"/>
            <a:ext cx="1273037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CompassionTV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HUMANITARIAN &amp; CHARITY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 of compassion in action — charity drives, humanitarian work and the everyday Africans giving back to their communities.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att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89611"/>
            <a:ext cx="1274674" cy="895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Tattase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CULTURE &amp;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pioneering Afrocentric digital multimedia platform focused on celebrating and promoting African cultures, cuisines, recipes, food brands and tourism — the flagship of the original Tattase TV lineup, now part of the Asiko bouquet.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ashak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7954"/>
            <a:ext cx="1274674" cy="8788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Ashakata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contemporary Hausa lifestyle channel, catering for millions of Hausa-speaking people across the length and breadth of Africa.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nai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Naija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wholly and fully Nigerian lifestyle channel featuring everything that defines Nigeria — the lingo, the food, the news, the challenges.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justu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29592"/>
            <a:ext cx="1274674" cy="10155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JustU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DEVELOPMENT &amp;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you — a self-improvement and lifestyle channel on mindset, wellness and everyday personal growth for the modern African.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5–5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Goje Africa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Goge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AGRICULTURE &amp; RURAL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farms, farmers and food systems — agribusiness, rural life and the people feeding the continent, one harvest at a time.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MARKETPLACE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he_cow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514292"/>
            <a:ext cx="1274674" cy="4461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Cowrie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MARKET DAY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shopping channel spotlighting Micro, Small and Medium enterprises across Africa — driven by food, fashion, agriculture and lifestyle content that sells.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BUY 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848"/>
            <a:ext cx="1274674" cy="947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BUY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E-COMMERCE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television shopping destination — products, deals and live demos bringing e-commerce straight into the living room.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1–1 of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ravel_nige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 Nigeria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safari. Nigeria is a vast, travel-friendly nation — this channel presents it as the next big travel destination, the definitive guide for business and leisure travellers alike.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TNT-LOGO-1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09345"/>
            <a:ext cx="1274674" cy="8560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TNT Television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Natively modern — a general entertainment channel blending African roots with contemporary programming for today's viewer.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cons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32729"/>
            <a:ext cx="1274674" cy="10092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 &amp; LEGENDS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of legends — profiling the icons, trailblazers and larger-than-life personalities who have shaped African entertainment, business and culture.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Miss Hotlegs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7492"/>
            <a:ext cx="1274674" cy="1259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Miss Hotlegs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PAGEANTRY &amp;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Beauty, glamour and competition — behind-the-scenes access to the Miss Hotlegs pageant and the queens who own the runway.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ARTS, EDUCATION &amp; SKILLS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/Itage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45832"/>
            <a:ext cx="1274674" cy="1183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Itage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THEATRE &amp; STAGE ARTS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 stage — theatre, spoken word and the performing arts, spotlighting Africa's stage actors, playwrights and directors.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/note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6585"/>
            <a:ext cx="1274674" cy="8815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NoteBook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&amp; SKILLS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education and skills channel — tutorials, skills and schools all re-defined right in your living room and bedroom.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QUEUE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inferred from name — synopsis pending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channels whose category is reasonably clear, but no confirmed brief/synopsis exists yet.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8" name="Image 0" descr="/tmp/claude-0/-home-claude/dd876a1d-2a2f-5fed-893a-30051c76f5a3/scratchpad/work/logos/Yoruba Telfisi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582" y="2048256"/>
            <a:ext cx="270820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Telfisian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2" name="Shape 9"/>
          <p:cNvSpPr/>
          <p:nvPr/>
        </p:nvSpPr>
        <p:spPr>
          <a:xfrm>
            <a:off x="89611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3" name="Image 1" descr="/tmp/claude-0/-home-claude/dd876a1d-2a2f-5fed-893a-30051c76f5a3/scratchpad/work/logos/GistM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6151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GistMe TV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8" name="Image 2" descr="/tmp/claude-0/-home-claude/dd876a1d-2a2f-5fed-893a-30051c76f5a3/scratchpad/work/logos/csr_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214053"/>
            <a:ext cx="310896" cy="24701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TV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296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2" name="Shape 17"/>
          <p:cNvSpPr/>
          <p:nvPr/>
        </p:nvSpPr>
        <p:spPr>
          <a:xfrm>
            <a:off x="89611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3" name="Image 3" descr="/tmp/claude-0/-home-claude/dd876a1d-2a2f-5fed-893a-30051c76f5a3/scratchpad/work/logos/Yanga TV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74904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Yanga TV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25196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22960" y="4233672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7" name="Shape 21"/>
          <p:cNvSpPr/>
          <p:nvPr/>
        </p:nvSpPr>
        <p:spPr>
          <a:xfrm>
            <a:off x="896112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8" name="Image 4" descr="/tmp/claude-0/-home-claude/dd876a1d-2a2f-5fed-893a-30051c76f5a3/scratchpad/work/logos/Banger T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1596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17320" y="42336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Banger TV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251960" y="4233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22960" y="480060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2" name="Shape 25"/>
          <p:cNvSpPr/>
          <p:nvPr/>
        </p:nvSpPr>
        <p:spPr>
          <a:xfrm>
            <a:off x="896112" y="48554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3" name="Image 5" descr="/tmp/claude-0/-home-claude/dd876a1d-2a2f-5fed-893a-30051c76f5a3/scratchpad/work/logos/LN247 Lifestyl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882896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17320" y="4800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LN247 Lifestyle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4251960" y="48006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17220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7" name="Shape 29"/>
          <p:cNvSpPr/>
          <p:nvPr/>
        </p:nvSpPr>
        <p:spPr>
          <a:xfrm>
            <a:off x="624535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8" name="Image 6" descr="/tmp/claude-0/-home-claude/dd876a1d-2a2f-5fed-893a-30051c76f5a3/scratchpad/work/logos/Afrosport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2075835"/>
            <a:ext cx="310896" cy="25573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6656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Afrosports</a:t>
            </a:r>
            <a:endParaRPr lang="en-US" sz="1150" dirty="0"/>
          </a:p>
        </p:txBody>
      </p:sp>
      <p:sp>
        <p:nvSpPr>
          <p:cNvPr id="40" name="Text 31"/>
          <p:cNvSpPr txBox="1"/>
          <p:nvPr/>
        </p:nvSpPr>
        <p:spPr>
          <a:xfrm>
            <a:off x="960120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QUEUE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not yet confirmable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channels from the interest list with a logo on file but no name-inferable genre — confirm directly with the channel owner before build.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8" name="Image 0" descr="/tmp/claude-0/-home-claude/dd876a1d-2a2f-5fed-893a-30051c76f5a3/scratchpad/work/logos/Dott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48256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 TV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2" name="Shape 9"/>
          <p:cNvSpPr/>
          <p:nvPr/>
        </p:nvSpPr>
        <p:spPr>
          <a:xfrm>
            <a:off x="89611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3" name="Image 1" descr="/tmp/claude-0/-home-claude/dd876a1d-2a2f-5fed-893a-30051c76f5a3/scratchpad/work/logos/ATQ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697513"/>
            <a:ext cx="310896" cy="1462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ATQ TV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8" name="Image 2" descr="/tmp/claude-0/-home-claude/dd876a1d-2a2f-5fed-893a-30051c76f5a3/scratchpad/work/logos/MUF T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41" y="3182112"/>
            <a:ext cx="309302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 TV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296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2" name="Shape 17"/>
          <p:cNvSpPr/>
          <p:nvPr/>
        </p:nvSpPr>
        <p:spPr>
          <a:xfrm>
            <a:off x="89611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3" name="Image 3" descr="/tmp/claude-0/-home-claude/dd876a1d-2a2f-5fed-893a-30051c76f5a3/scratchpad/work/logos/Ozola TV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74904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Ozola TV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25196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22960" y="4233672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7" name="Shape 21"/>
          <p:cNvSpPr/>
          <p:nvPr/>
        </p:nvSpPr>
        <p:spPr>
          <a:xfrm>
            <a:off x="896112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8" name="Image 4" descr="/tmp/claude-0/-home-claude/dd876a1d-2a2f-5fed-893a-30051c76f5a3/scratchpad/work/logos/R2TV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77338"/>
            <a:ext cx="310896" cy="18815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17320" y="42336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R2TV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251960" y="4233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22960" y="480060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2" name="Shape 25"/>
          <p:cNvSpPr/>
          <p:nvPr/>
        </p:nvSpPr>
        <p:spPr>
          <a:xfrm>
            <a:off x="896112" y="48554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3" name="Image 5" descr="/tmp/claude-0/-home-claude/dd876a1d-2a2f-5fed-893a-30051c76f5a3/scratchpad/work/logos/Star Throne TV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882896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17320" y="4800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Throne TV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4251960" y="48006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17220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7" name="Shape 29"/>
          <p:cNvSpPr/>
          <p:nvPr/>
        </p:nvSpPr>
        <p:spPr>
          <a:xfrm>
            <a:off x="624535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8" name="Image 6" descr="/tmp/claude-0/-home-claude/dd876a1d-2a2f-5fed-893a-30051c76f5a3/scratchpad/work/logos/WA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2048256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6656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WA7</a:t>
            </a:r>
            <a:endParaRPr lang="en-US" sz="1150" dirty="0"/>
          </a:p>
        </p:txBody>
      </p:sp>
      <p:sp>
        <p:nvSpPr>
          <p:cNvPr id="40" name="Text 31"/>
          <p:cNvSpPr txBox="1"/>
          <p:nvPr/>
        </p:nvSpPr>
        <p:spPr>
          <a:xfrm>
            <a:off x="960120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17220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42" name="Shape 33"/>
          <p:cNvSpPr/>
          <p:nvPr/>
        </p:nvSpPr>
        <p:spPr>
          <a:xfrm>
            <a:off x="624535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43" name="Image 7" descr="/tmp/claude-0/-home-claude/dd876a1d-2a2f-5fed-893a-30051c76f5a3/scratchpad/work/logos/X2D TV.jpe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615184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76656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X2D TV</a:t>
            </a:r>
            <a:endParaRPr lang="en-US" sz="1150" dirty="0"/>
          </a:p>
        </p:txBody>
      </p:sp>
      <p:sp>
        <p:nvSpPr>
          <p:cNvPr id="45" name="Text 35"/>
          <p:cNvSpPr txBox="1"/>
          <p:nvPr/>
        </p:nvSpPr>
        <p:spPr>
          <a:xfrm>
            <a:off x="960120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17220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47" name="Shape 37"/>
          <p:cNvSpPr/>
          <p:nvPr/>
        </p:nvSpPr>
        <p:spPr>
          <a:xfrm>
            <a:off x="624535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48" name="Image 8" descr="/tmp/claude-0/-home-claude/dd876a1d-2a2f-5fed-893a-30051c76f5a3/scratchpad/work/logos/bmu_tv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3214479"/>
            <a:ext cx="310896" cy="246161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76656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BMU TV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960120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7220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52" name="Shape 41"/>
          <p:cNvSpPr/>
          <p:nvPr/>
        </p:nvSpPr>
        <p:spPr>
          <a:xfrm>
            <a:off x="624535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53" name="Image 9" descr="/tmp/claude-0/-home-claude/dd876a1d-2a2f-5fed-893a-30051c76f5a3/scratchpad/work/logos/mab_magicbo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3753654"/>
            <a:ext cx="310896" cy="301668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76656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MAB Magicbox</a:t>
            </a:r>
            <a:endParaRPr lang="en-US" sz="1150" dirty="0"/>
          </a:p>
        </p:txBody>
      </p:sp>
      <p:sp>
        <p:nvSpPr>
          <p:cNvPr id="55" name="Text 43"/>
          <p:cNvSpPr txBox="1"/>
          <p:nvPr/>
        </p:nvSpPr>
        <p:spPr>
          <a:xfrm>
            <a:off x="960120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6172200" y="4233672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57" name="Shape 45"/>
          <p:cNvSpPr/>
          <p:nvPr/>
        </p:nvSpPr>
        <p:spPr>
          <a:xfrm>
            <a:off x="6245352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58" name="Image 10" descr="/tmp/claude-0/-home-claude/dd876a1d-2a2f-5fed-893a-30051c76f5a3/scratchpad/work/logos/KilarigboTV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8280" y="4315968"/>
            <a:ext cx="139903" cy="310896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6766560" y="42336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KilarigboTV</a:t>
            </a:r>
            <a:endParaRPr lang="en-US" sz="1150" dirty="0"/>
          </a:p>
        </p:txBody>
      </p:sp>
      <p:sp>
        <p:nvSpPr>
          <p:cNvPr id="60" name="Text 47"/>
          <p:cNvSpPr txBox="1"/>
          <p:nvPr/>
        </p:nvSpPr>
        <p:spPr>
          <a:xfrm>
            <a:off x="9601200" y="4233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TBC</a:t>
            </a:r>
            <a:endParaRPr lang="en-US" sz="900" dirty="0"/>
          </a:p>
        </p:txBody>
      </p:sp>
      <p:sp>
        <p:nvSpPr>
          <p:cNvPr id="61" name="Text 4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CHANNEL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POC line-up (7 channels, live now)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draw from this map — one flagship anchor plus one genre leader per top-traffic category, matching the 7-channel POC target on asiko.africa.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68296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860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 TV (Flagship)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52928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935224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52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 (Nollywood &amp; Drama)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19856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502152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1985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News International (News)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986784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069080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867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PPG (Faith)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553712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4636008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5537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Laffo TV (Comedy)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5202936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120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Bounce (Kiddies &amp; Teens)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687568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" y="5769864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0120" y="5769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56875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(Music)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CHANNEL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 and full-rollout phasing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 — next phase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305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channel per each of the 19 genre categories (≈20 channels), prioritising Nollywood &amp; Drama and Faith first — both have the deepest confirmed content pipeline (e.g. the Movie Africa language arms, and the standing offer of 1,000+ films pending a guaranteed licence-fee structure).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337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Bouquet complete — this document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7307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65 genre-confirmed channels from the interest list go live across the 19 categories; the 18 onboarding-queue channels (7 brief, 11 pending) are scheduled in as their briefs are confirmed.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937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rollout — 110 channels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3309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toward ~2 channels per African country (54 countries) by cloning the strongest categories (Nollywood &amp; Drama, News, Faith, Lifestyle) into country/language variants, as content-partner agreements land.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TERMS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Terms for interested channel owners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013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Exclusivity / Non-Exclusivity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48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may sign on an exclusive or non-exclusive basis to the Asiko bouquet, by agreement.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898648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0083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558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go live 90–120 days after signing. Social and digital versions are available ahead of the full channel launch.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05656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215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Commercial Exploitation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628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channel is amenable to monetisation, digital TV platforms, subscriptions and international bundling — with advertising and partnership exploitation also do-able.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312664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4223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Promotional Assets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7698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trailers and promotional montages follow upon agreement, ready to support launch and sales.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Africa. One Market. One Destination.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Limited  ·  08035382590  ·  asiko.live  ·  asiko.africa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Media Icons Africa for the Asiko TV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2026-09-07T23:08:27Z</dcterms:created>
  <dcterms:modified xsi:type="dcterms:W3CDTF">2026-09-07T23:08:27Z</dcterms:modified>
</cp:coreProperties>
</file>