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2437765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6" d="100"/>
          <a:sy n="36" d="100"/>
        </p:scale>
        <p:origin x="2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OPENING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goal is not to make yourself irrelevant; it is to make the business less fragile.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Ask: If you stepped away for two weeks, what would slow down, stop, or come back to you for approval?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That answer reveals where the business still depends on the founder rather than a team and a system.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Today we will look at how to hire people who take ownership, lead them through clear outcomes, and retain the people and knowledge the business cannot afford to 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OPERATING SYSTEM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 self-sufficient team is built across the full employee lifecycle, not by one brilliant hire.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Each stage removes a different form of founder dependency: hiring brings capacity; onboarding transfers context; performance management creates accountability; training and documentation preserve know-how; talent management builds depth; and offboarding protects continuity.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Transition: Let us begin with the quality of people we bring into the business.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HIRE FOR OWNERSHIP, NOT ONLY EXPERIENCE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Before recruiting, define the outcome the role owns, the decisions it can make, and how success will be measured.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Interview for evidence: ask candidates to describe a problem they spotted, the decision they made, the result, and what they learned.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Check for three things: capability to do the work, judgement to make sound decisions, and attitude to take responsibility.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Founder test: Are you hiring an extra pair of hands, or an owner of a result?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Transition: The right hire can still fail if all the knowledge remains in the founder's head.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ONBOARD FOR INDEPENDENCE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Good onboarding answers four questions quickly: What am I accountable for? What does good look like? What can I decide? Where do I find the information I need?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Give each new employee a 30/60/90-day plan with outcomes, not just activities.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Make systems, tools, key relationships and documented processes ready from day one.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Use regular check-ins to remove blockers, then gradually reduce supervision as confidence grows.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Transition: Once people understand the work, leadership must shift from monitoring activity to managing outcomes.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LEAD THROUGH CLARITY AND ACCOUNTABILITY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Set a small number of measurable priorities and make one person clearly accountable for each outcome.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Agree decision rights: what the employee decides, what requires consultation, and what must be escalated.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Use a simple rhythm: weekly priorities, monthly performance reviews and quarterly course correction.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Coach with questions before supplying answers. If the founder always solves the problem, the team learns to wait.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Address underperformance early and recognise strong performance consistently.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Transition: Accountability works only when people have the capability and information to deliver.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TURN KNOWLEDGE INTO A BUSINESS ASSET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Train for the skills the strategy needs, not for training's sake.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Document recurring work: key steps, standards, controls, owners and escalation points.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Build playbooks for the activities that currently live in one person's head.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Cross-train critical tasks so no customer, process or relationship depends on a single employee.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Measure whether training changed performance and whether the process can be repeated without the founder.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Transition: Systems create stability; development and retention create depth.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RETAIN THE PEOPLE WHO CREATE LEVERAGE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Retention is not only about pay. Strong people stay where expectations are fair, good work is recognised, growth is visible and leadership is credible.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Identify critical roles and high-impact people before a resignation forces the conversation.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Hold regular career and stay conversations: What motivates you? What is getting in your way? What would make you leave?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Create successors and internal mobility options; do not make one person indispensable.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Act on engagement feedback and fix avoidable manager problems.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Transition: Even a strong retention strategy cannot prevent every exit, so continuity must be designed.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MAKE EVERY EXIT STRENGTHEN THE SYSTEM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Use a standard handover covering responsibilities, current priorities, key contacts, system access, risks and lessons learned.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Transfer relationships and knowledge before the employee's last day.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Remove access promptly, recover company property and protect confidential information.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Use exit insights to improve hiring, management and retention practices.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The real measure of a resilient team is not whether people leave; it is whether the business continues to perform when they do.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A team that does not depend on you is not a team without leadership. It is a team with enough clarity, capability, trust and accountability to move the business forward without waiting for you at every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>
            <a:extLst>
              <a:ext uri="{FF2B5EF4-FFF2-40B4-BE49-F238E27FC236}">
                <a16:creationId xmlns:a16="http://schemas.microsoft.com/office/drawing/2014/main" id="{952F6D8F-94D6-4A50-8083-F6BA41B52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005" y="1985533"/>
            <a:ext cx="22715683" cy="54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386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386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386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386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386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386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386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386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3863"/>
            </a:lvl9pPr>
          </a:lstStyle>
          <a:p>
            <a:endParaRPr/>
          </a:p>
        </p:txBody>
      </p:sp>
      <p:sp>
        <p:nvSpPr>
          <p:cNvPr id="11" name="Google Shape;11;p6">
            <a:extLst>
              <a:ext uri="{FF2B5EF4-FFF2-40B4-BE49-F238E27FC236}">
                <a16:creationId xmlns:a16="http://schemas.microsoft.com/office/drawing/2014/main" id="{AB2D5EE1-4F0F-47D6-B70F-B3BA943F4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984" y="7557667"/>
            <a:ext cx="22715683" cy="2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5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5"/>
            </a:lvl9pPr>
          </a:lstStyle>
          <a:p>
            <a:endParaRPr/>
          </a:p>
        </p:txBody>
      </p:sp>
      <p:sp>
        <p:nvSpPr>
          <p:cNvPr id="12" name="Google Shape;12;p6">
            <a:extLst>
              <a:ext uri="{FF2B5EF4-FFF2-40B4-BE49-F238E27FC236}">
                <a16:creationId xmlns:a16="http://schemas.microsoft.com/office/drawing/2014/main" id="{E9584FF0-DB18-406F-8273-80FAB9B031A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87338" y="12435245"/>
            <a:ext cx="1462819" cy="1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>
            <a:extLst>
              <a:ext uri="{FF2B5EF4-FFF2-40B4-BE49-F238E27FC236}">
                <a16:creationId xmlns:a16="http://schemas.microsoft.com/office/drawing/2014/main" id="{B2E0E986-0E2E-45CF-BCFB-608ADA76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984" y="5735600"/>
            <a:ext cx="22715683" cy="2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9598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9598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9598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9598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9598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9598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9598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9598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9598"/>
            </a:lvl9pPr>
          </a:lstStyle>
          <a:p>
            <a:endParaRPr/>
          </a:p>
        </p:txBody>
      </p:sp>
      <p:sp>
        <p:nvSpPr>
          <p:cNvPr id="15" name="Google Shape;15;p7">
            <a:extLst>
              <a:ext uri="{FF2B5EF4-FFF2-40B4-BE49-F238E27FC236}">
                <a16:creationId xmlns:a16="http://schemas.microsoft.com/office/drawing/2014/main" id="{6CB5D69C-770F-4E77-B5D6-A82A48CC44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87338" y="12435245"/>
            <a:ext cx="1462819" cy="1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>
            <a:extLst>
              <a:ext uri="{FF2B5EF4-FFF2-40B4-BE49-F238E27FC236}">
                <a16:creationId xmlns:a16="http://schemas.microsoft.com/office/drawing/2014/main" id="{7F6596DC-1F8C-4986-8722-6BAB77458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984" y="1186733"/>
            <a:ext cx="22715683" cy="15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">
            <a:extLst>
              <a:ext uri="{FF2B5EF4-FFF2-40B4-BE49-F238E27FC236}">
                <a16:creationId xmlns:a16="http://schemas.microsoft.com/office/drawing/2014/main" id="{71ABF451-789F-4BDD-AE71-7B69CB593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984" y="3073267"/>
            <a:ext cx="22715683" cy="9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1218895" indent="-91417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2437790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3656686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4875581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6094476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7313371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8532266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9751162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10970057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8">
            <a:extLst>
              <a:ext uri="{FF2B5EF4-FFF2-40B4-BE49-F238E27FC236}">
                <a16:creationId xmlns:a16="http://schemas.microsoft.com/office/drawing/2014/main" id="{2DF91EAA-81C7-4158-AB5A-7768CFBD678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87338" y="12435245"/>
            <a:ext cx="1462819" cy="1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>
            <a:extLst>
              <a:ext uri="{FF2B5EF4-FFF2-40B4-BE49-F238E27FC236}">
                <a16:creationId xmlns:a16="http://schemas.microsoft.com/office/drawing/2014/main" id="{A7140D03-8805-4296-9543-C447B507B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984" y="1186733"/>
            <a:ext cx="22715683" cy="15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>
            <a:extLst>
              <a:ext uri="{FF2B5EF4-FFF2-40B4-BE49-F238E27FC236}">
                <a16:creationId xmlns:a16="http://schemas.microsoft.com/office/drawing/2014/main" id="{2C8755DF-0DCE-4316-9D34-5ECDD1299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984" y="3073267"/>
            <a:ext cx="10663622" cy="9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1218895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732"/>
            </a:lvl1pPr>
            <a:lvl2pPr marL="2437790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3199"/>
            </a:lvl2pPr>
            <a:lvl3pPr marL="3656686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3199"/>
            </a:lvl3pPr>
            <a:lvl4pPr marL="4875581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3199"/>
            </a:lvl4pPr>
            <a:lvl5pPr marL="6094476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3199"/>
            </a:lvl5pPr>
            <a:lvl6pPr marL="7313371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3199"/>
            </a:lvl6pPr>
            <a:lvl7pPr marL="8532266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3199"/>
            </a:lvl7pPr>
            <a:lvl8pPr marL="9751162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3199"/>
            </a:lvl8pPr>
            <a:lvl9pPr marL="10970057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3199"/>
            </a:lvl9pPr>
          </a:lstStyle>
          <a:p>
            <a:endParaRPr/>
          </a:p>
        </p:txBody>
      </p:sp>
      <p:sp>
        <p:nvSpPr>
          <p:cNvPr id="23" name="Google Shape;23;p9">
            <a:extLst>
              <a:ext uri="{FF2B5EF4-FFF2-40B4-BE49-F238E27FC236}">
                <a16:creationId xmlns:a16="http://schemas.microsoft.com/office/drawing/2014/main" id="{800AD980-D65F-4C72-A4AA-83B9F128D3F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2883044" y="3073267"/>
            <a:ext cx="10663622" cy="9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1218895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732"/>
            </a:lvl1pPr>
            <a:lvl2pPr marL="2437790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3199"/>
            </a:lvl2pPr>
            <a:lvl3pPr marL="3656686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3199"/>
            </a:lvl3pPr>
            <a:lvl4pPr marL="4875581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3199"/>
            </a:lvl4pPr>
            <a:lvl5pPr marL="6094476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3199"/>
            </a:lvl5pPr>
            <a:lvl6pPr marL="7313371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3199"/>
            </a:lvl6pPr>
            <a:lvl7pPr marL="8532266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3199"/>
            </a:lvl7pPr>
            <a:lvl8pPr marL="9751162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3199"/>
            </a:lvl8pPr>
            <a:lvl9pPr marL="10970057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3199"/>
            </a:lvl9pPr>
          </a:lstStyle>
          <a:p>
            <a:endParaRPr/>
          </a:p>
        </p:txBody>
      </p:sp>
      <p:sp>
        <p:nvSpPr>
          <p:cNvPr id="24" name="Google Shape;24;p9">
            <a:extLst>
              <a:ext uri="{FF2B5EF4-FFF2-40B4-BE49-F238E27FC236}">
                <a16:creationId xmlns:a16="http://schemas.microsoft.com/office/drawing/2014/main" id="{765F87EA-3DA4-4E3D-947A-E50A2152D32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87338" y="12435245"/>
            <a:ext cx="1462819" cy="1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>
            <a:extLst>
              <a:ext uri="{FF2B5EF4-FFF2-40B4-BE49-F238E27FC236}">
                <a16:creationId xmlns:a16="http://schemas.microsoft.com/office/drawing/2014/main" id="{823CB3E8-CA07-4DA0-A9CD-2D23C1743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984" y="1186733"/>
            <a:ext cx="22715683" cy="15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>
            <a:extLst>
              <a:ext uri="{FF2B5EF4-FFF2-40B4-BE49-F238E27FC236}">
                <a16:creationId xmlns:a16="http://schemas.microsoft.com/office/drawing/2014/main" id="{E978716C-569B-4EAE-8943-1A6524023C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87338" y="12435245"/>
            <a:ext cx="1462819" cy="1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>
            <a:extLst>
              <a:ext uri="{FF2B5EF4-FFF2-40B4-BE49-F238E27FC236}">
                <a16:creationId xmlns:a16="http://schemas.microsoft.com/office/drawing/2014/main" id="{AB7F3F82-00BC-4CF1-B107-4C6943ED0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984" y="1481600"/>
            <a:ext cx="7486050" cy="20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6398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6398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6398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6398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6398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6398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6398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6398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6398"/>
            </a:lvl9pPr>
          </a:lstStyle>
          <a:p>
            <a:endParaRPr/>
          </a:p>
        </p:txBody>
      </p:sp>
      <p:sp>
        <p:nvSpPr>
          <p:cNvPr id="30" name="Google Shape;30;p11">
            <a:extLst>
              <a:ext uri="{FF2B5EF4-FFF2-40B4-BE49-F238E27FC236}">
                <a16:creationId xmlns:a16="http://schemas.microsoft.com/office/drawing/2014/main" id="{535B8329-F58F-4605-B2DB-E5FB4B313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984" y="3705600"/>
            <a:ext cx="7486050" cy="84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1218895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3199"/>
            </a:lvl1pPr>
            <a:lvl2pPr marL="2437790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3199"/>
            </a:lvl2pPr>
            <a:lvl3pPr marL="3656686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3199"/>
            </a:lvl3pPr>
            <a:lvl4pPr marL="4875581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3199"/>
            </a:lvl4pPr>
            <a:lvl5pPr marL="6094476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3199"/>
            </a:lvl5pPr>
            <a:lvl6pPr marL="7313371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3199"/>
            </a:lvl6pPr>
            <a:lvl7pPr marL="8532266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3199"/>
            </a:lvl7pPr>
            <a:lvl8pPr marL="9751162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3199"/>
            </a:lvl8pPr>
            <a:lvl9pPr marL="10970057" indent="-81259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3199"/>
            </a:lvl9pPr>
          </a:lstStyle>
          <a:p>
            <a:endParaRPr/>
          </a:p>
        </p:txBody>
      </p:sp>
      <p:sp>
        <p:nvSpPr>
          <p:cNvPr id="31" name="Google Shape;31;p11">
            <a:extLst>
              <a:ext uri="{FF2B5EF4-FFF2-40B4-BE49-F238E27FC236}">
                <a16:creationId xmlns:a16="http://schemas.microsoft.com/office/drawing/2014/main" id="{C30D8BE0-AE74-4DB1-97E8-38D3C732BF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87338" y="12435245"/>
            <a:ext cx="1462819" cy="1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>
            <a:extLst>
              <a:ext uri="{FF2B5EF4-FFF2-40B4-BE49-F238E27FC236}">
                <a16:creationId xmlns:a16="http://schemas.microsoft.com/office/drawing/2014/main" id="{211021DA-68F9-49BC-95F6-CE1EA2A0F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993" y="1200400"/>
            <a:ext cx="16976378" cy="10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797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797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797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797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797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797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797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797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797"/>
            </a:lvl9pPr>
          </a:lstStyle>
          <a:p>
            <a:endParaRPr/>
          </a:p>
        </p:txBody>
      </p:sp>
      <p:sp>
        <p:nvSpPr>
          <p:cNvPr id="34" name="Google Shape;34;p12">
            <a:extLst>
              <a:ext uri="{FF2B5EF4-FFF2-40B4-BE49-F238E27FC236}">
                <a16:creationId xmlns:a16="http://schemas.microsoft.com/office/drawing/2014/main" id="{EE21B4F3-646F-451F-BA2A-5805D8AF94E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87338" y="12435245"/>
            <a:ext cx="1462819" cy="1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>
            <a:extLst>
              <a:ext uri="{FF2B5EF4-FFF2-40B4-BE49-F238E27FC236}">
                <a16:creationId xmlns:a16="http://schemas.microsoft.com/office/drawing/2014/main" id="{7148810C-BFBE-4AE7-B1C0-1246E4A24E78}"/>
              </a:ext>
            </a:extLst>
          </p:cNvPr>
          <p:cNvSpPr>
            <a:spLocks noGrp="1"/>
          </p:cNvSpPr>
          <p:nvPr/>
        </p:nvSpPr>
        <p:spPr>
          <a:xfrm>
            <a:off x="12188825" y="-333"/>
            <a:ext cx="12188825" cy="1371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243737" tIns="243737" rIns="243737" bIns="243737" anchor="ctr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3732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13">
            <a:extLst>
              <a:ext uri="{FF2B5EF4-FFF2-40B4-BE49-F238E27FC236}">
                <a16:creationId xmlns:a16="http://schemas.microsoft.com/office/drawing/2014/main" id="{E2C06AF7-37C1-43DE-B291-DD6DCF162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816" y="3288467"/>
            <a:ext cx="10784391" cy="3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1197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1197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1197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1197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1197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1197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1197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1197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11197"/>
            </a:lvl9pPr>
          </a:lstStyle>
          <a:p>
            <a:endParaRPr/>
          </a:p>
        </p:txBody>
      </p:sp>
      <p:sp>
        <p:nvSpPr>
          <p:cNvPr id="38" name="Google Shape;38;p13">
            <a:extLst>
              <a:ext uri="{FF2B5EF4-FFF2-40B4-BE49-F238E27FC236}">
                <a16:creationId xmlns:a16="http://schemas.microsoft.com/office/drawing/2014/main" id="{B3F31357-5515-4C70-9989-32207AE96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816" y="7474867"/>
            <a:ext cx="10784391" cy="32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599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599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599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599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599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599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599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599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5599"/>
            </a:lvl9pPr>
          </a:lstStyle>
          <a:p>
            <a:endParaRPr/>
          </a:p>
        </p:txBody>
      </p:sp>
      <p:sp>
        <p:nvSpPr>
          <p:cNvPr id="39" name="Google Shape;39;p13">
            <a:extLst>
              <a:ext uri="{FF2B5EF4-FFF2-40B4-BE49-F238E27FC236}">
                <a16:creationId xmlns:a16="http://schemas.microsoft.com/office/drawing/2014/main" id="{CBB006CE-D974-47D3-9FF1-FFDA05ACF02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168570" y="1930867"/>
            <a:ext cx="10229335" cy="98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1218895" indent="-91417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2437790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3656686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4875581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6094476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7313371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8532266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9751162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10970057" indent="-84645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3">
            <a:extLst>
              <a:ext uri="{FF2B5EF4-FFF2-40B4-BE49-F238E27FC236}">
                <a16:creationId xmlns:a16="http://schemas.microsoft.com/office/drawing/2014/main" id="{3B4FC0AE-730E-449B-A10C-FF6D17608B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87338" y="12435245"/>
            <a:ext cx="1462819" cy="1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>
            <a:extLst>
              <a:ext uri="{FF2B5EF4-FFF2-40B4-BE49-F238E27FC236}">
                <a16:creationId xmlns:a16="http://schemas.microsoft.com/office/drawing/2014/main" id="{A7132EB1-2FCD-494D-881D-3FB2826FE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984" y="11281533"/>
            <a:ext cx="15992634" cy="16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1218895" indent="-60944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4">
            <a:extLst>
              <a:ext uri="{FF2B5EF4-FFF2-40B4-BE49-F238E27FC236}">
                <a16:creationId xmlns:a16="http://schemas.microsoft.com/office/drawing/2014/main" id="{6CD0D4A4-BF29-4A9E-8481-53D1B37277E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87338" y="12435245"/>
            <a:ext cx="1462819" cy="1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>
            <a:extLst>
              <a:ext uri="{FF2B5EF4-FFF2-40B4-BE49-F238E27FC236}">
                <a16:creationId xmlns:a16="http://schemas.microsoft.com/office/drawing/2014/main" id="{ECEB3738-51D9-4453-AA8F-2ACCFBC32F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0984" y="2949667"/>
            <a:ext cx="22715683" cy="52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31992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31992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31992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31992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31992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31992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31992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31992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31992"/>
            </a:lvl9pPr>
          </a:lstStyle>
          <a:p>
            <a:r>
              <a:t>xx%</a:t>
            </a:r>
          </a:p>
        </p:txBody>
      </p:sp>
      <p:sp>
        <p:nvSpPr>
          <p:cNvPr id="46" name="Google Shape;46;p15">
            <a:extLst>
              <a:ext uri="{FF2B5EF4-FFF2-40B4-BE49-F238E27FC236}">
                <a16:creationId xmlns:a16="http://schemas.microsoft.com/office/drawing/2014/main" id="{CFAA9FE5-5EEF-4E3F-ADAA-D9B8DA71E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984" y="8405933"/>
            <a:ext cx="22715683" cy="3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1218895" indent="-91417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2437790" indent="-84645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3656686" indent="-84645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4875581" indent="-84645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6094476" indent="-84645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7313371" indent="-84645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8532266" indent="-84645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9751162" indent="-84645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10970057" indent="-84645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5">
            <a:extLst>
              <a:ext uri="{FF2B5EF4-FFF2-40B4-BE49-F238E27FC236}">
                <a16:creationId xmlns:a16="http://schemas.microsoft.com/office/drawing/2014/main" id="{BC3787B4-7DDB-45AC-B0D1-B5EFD47C8DB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87338" y="12435245"/>
            <a:ext cx="1462819" cy="1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>
            <a:extLst>
              <a:ext uri="{FF2B5EF4-FFF2-40B4-BE49-F238E27FC236}">
                <a16:creationId xmlns:a16="http://schemas.microsoft.com/office/drawing/2014/main" id="{6889E762-524E-4C32-8140-45618013E07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87338" y="12435245"/>
            <a:ext cx="1462819" cy="1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767583-B2A1-4C71-9A9B-81A7656B9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</p:spPr>
        <p:txBody>
          <a:bodyPr vert="horz" lIns="182843" tIns="91422" rIns="182843" bIns="91422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974F0-D5E4-4EEE-93C7-32747B6CE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1828434">
        <a:lnSpc>
          <a:spcPct val="90000"/>
        </a:lnSpc>
        <a:spcBef>
          <a:spcPct val="0"/>
        </a:spcBef>
        <a:buNone/>
        <a:defRPr sz="7400" b="1" i="0" kern="1200" spc="-290" baseline="0">
          <a:solidFill>
            <a:schemeClr val="tx2"/>
          </a:solidFill>
          <a:latin typeface="DM Sans"/>
          <a:ea typeface="DM Sans"/>
          <a:cs typeface="DM Sans"/>
        </a:defRPr>
      </a:lvl1pPr>
    </p:titleStyle>
    <p:bodyStyle>
      <a:lvl1pPr marL="457109" indent="-457109" algn="l" defTabSz="1828434">
        <a:lnSpc>
          <a:spcPct val="90000"/>
        </a:lnSpc>
        <a:spcBef>
          <a:spcPts val="2000"/>
        </a:spcBef>
        <a:buFont typeface="Arial"/>
        <a:buChar char="•"/>
        <a:defRPr sz="4000" b="0" i="0" kern="1200" spc="-30" baseline="0">
          <a:solidFill>
            <a:schemeClr val="tx1"/>
          </a:solidFill>
          <a:latin typeface="DM Sans"/>
          <a:ea typeface="DM Sans"/>
          <a:cs typeface="DM Sans"/>
        </a:defRPr>
      </a:lvl1pPr>
      <a:lvl2pPr marL="1371326" indent="-457109" algn="l" defTabSz="1828434">
        <a:lnSpc>
          <a:spcPct val="90000"/>
        </a:lnSpc>
        <a:spcBef>
          <a:spcPts val="1000"/>
        </a:spcBef>
        <a:buFont typeface="Arial"/>
        <a:buChar char="•"/>
        <a:defRPr sz="3200" b="0" i="0" kern="1200" spc="-30" baseline="0">
          <a:solidFill>
            <a:schemeClr val="tx1"/>
          </a:solidFill>
          <a:latin typeface="DM Sans"/>
          <a:ea typeface="DM Sans"/>
          <a:cs typeface="DM Sans"/>
        </a:defRPr>
      </a:lvl2pPr>
      <a:lvl3pPr marL="2285543" indent="-457109" algn="l" defTabSz="1828434">
        <a:lnSpc>
          <a:spcPct val="90000"/>
        </a:lnSpc>
        <a:spcBef>
          <a:spcPts val="1000"/>
        </a:spcBef>
        <a:buFont typeface="Arial"/>
        <a:buChar char="•"/>
        <a:defRPr sz="2800" b="0" i="0" kern="1200" spc="-30" baseline="0">
          <a:solidFill>
            <a:schemeClr val="tx1"/>
          </a:solidFill>
          <a:latin typeface="DM Sans"/>
          <a:ea typeface="DM Sans"/>
          <a:cs typeface="DM Sans"/>
        </a:defRPr>
      </a:lvl3pPr>
      <a:lvl4pPr marL="3199760" indent="-457109" algn="l" defTabSz="1828434">
        <a:lnSpc>
          <a:spcPct val="90000"/>
        </a:lnSpc>
        <a:spcBef>
          <a:spcPts val="1000"/>
        </a:spcBef>
        <a:buFont typeface="Arial"/>
        <a:buChar char="•"/>
        <a:defRPr sz="2400" b="0" i="0" kern="1200" spc="-30" baseline="0">
          <a:solidFill>
            <a:schemeClr val="tx1"/>
          </a:solidFill>
          <a:latin typeface="DM Sans"/>
          <a:ea typeface="DM Sans"/>
          <a:cs typeface="DM Sans"/>
        </a:defRPr>
      </a:lvl4pPr>
      <a:lvl5pPr marL="4113977" indent="-457109" algn="l" defTabSz="1828434">
        <a:lnSpc>
          <a:spcPct val="90000"/>
        </a:lnSpc>
        <a:spcBef>
          <a:spcPts val="1000"/>
        </a:spcBef>
        <a:buFont typeface="Arial"/>
        <a:buChar char="•"/>
        <a:defRPr sz="2400" b="0" i="0" kern="1200" spc="-30" baseline="0">
          <a:solidFill>
            <a:schemeClr val="tx1"/>
          </a:solidFill>
          <a:latin typeface="DM Sans"/>
          <a:ea typeface="DM Sans"/>
          <a:cs typeface="DM Sans"/>
        </a:defRPr>
      </a:lvl5pPr>
      <a:lvl6pPr marL="5028194" indent="-457109" algn="l" defTabSz="1828434">
        <a:lnSpc>
          <a:spcPct val="90000"/>
        </a:lnSpc>
        <a:spcBef>
          <a:spcPts val="1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lt"/>
          <a:cs typeface="+mn-lt"/>
        </a:defRPr>
      </a:lvl6pPr>
      <a:lvl7pPr marL="5942411" indent="-457109" algn="l" defTabSz="1828434">
        <a:lnSpc>
          <a:spcPct val="90000"/>
        </a:lnSpc>
        <a:spcBef>
          <a:spcPts val="1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lt"/>
          <a:cs typeface="+mn-lt"/>
        </a:defRPr>
      </a:lvl7pPr>
      <a:lvl8pPr marL="6856628" indent="-457109" algn="l" defTabSz="1828434">
        <a:lnSpc>
          <a:spcPct val="90000"/>
        </a:lnSpc>
        <a:spcBef>
          <a:spcPts val="1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lt"/>
          <a:cs typeface="+mn-lt"/>
        </a:defRPr>
      </a:lvl8pPr>
      <a:lvl9pPr marL="7770846" indent="-457109" algn="l" defTabSz="1828434">
        <a:lnSpc>
          <a:spcPct val="90000"/>
        </a:lnSpc>
        <a:spcBef>
          <a:spcPts val="1000"/>
        </a:spcBef>
        <a:buFont typeface="Arial"/>
        <a:buChar char="•"/>
        <a:defRPr sz="36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1828434">
        <a:buNone/>
        <a:defRPr sz="3600" kern="1200">
          <a:solidFill>
            <a:schemeClr val="tx1"/>
          </a:solidFill>
          <a:latin typeface="+mn-lt"/>
          <a:ea typeface="+mn-lt"/>
          <a:cs typeface="+mn-lt"/>
        </a:defRPr>
      </a:lvl1pPr>
      <a:lvl2pPr marL="914217" algn="l" defTabSz="1828434">
        <a:buNone/>
        <a:defRPr sz="3600" kern="1200">
          <a:solidFill>
            <a:schemeClr val="tx1"/>
          </a:solidFill>
          <a:latin typeface="+mn-lt"/>
          <a:ea typeface="+mn-lt"/>
          <a:cs typeface="+mn-lt"/>
        </a:defRPr>
      </a:lvl2pPr>
      <a:lvl3pPr marL="1828434" algn="l" defTabSz="1828434">
        <a:buNone/>
        <a:defRPr sz="3600" kern="1200">
          <a:solidFill>
            <a:schemeClr val="tx1"/>
          </a:solidFill>
          <a:latin typeface="+mn-lt"/>
          <a:ea typeface="+mn-lt"/>
          <a:cs typeface="+mn-lt"/>
        </a:defRPr>
      </a:lvl3pPr>
      <a:lvl4pPr marL="2742651" algn="l" defTabSz="1828434">
        <a:buNone/>
        <a:defRPr sz="3600" kern="1200">
          <a:solidFill>
            <a:schemeClr val="tx1"/>
          </a:solidFill>
          <a:latin typeface="+mn-lt"/>
          <a:ea typeface="+mn-lt"/>
          <a:cs typeface="+mn-lt"/>
        </a:defRPr>
      </a:lvl4pPr>
      <a:lvl5pPr marL="3656868" algn="l" defTabSz="1828434">
        <a:buNone/>
        <a:defRPr sz="3600" kern="1200">
          <a:solidFill>
            <a:schemeClr val="tx1"/>
          </a:solidFill>
          <a:latin typeface="+mn-lt"/>
          <a:ea typeface="+mn-lt"/>
          <a:cs typeface="+mn-lt"/>
        </a:defRPr>
      </a:lvl5pPr>
      <a:lvl6pPr marL="4571086" algn="l" defTabSz="1828434">
        <a:buNone/>
        <a:defRPr sz="3600" kern="1200">
          <a:solidFill>
            <a:schemeClr val="tx1"/>
          </a:solidFill>
          <a:latin typeface="+mn-lt"/>
          <a:ea typeface="+mn-lt"/>
          <a:cs typeface="+mn-lt"/>
        </a:defRPr>
      </a:lvl6pPr>
      <a:lvl7pPr marL="5485303" algn="l" defTabSz="1828434">
        <a:buNone/>
        <a:defRPr sz="3600" kern="1200">
          <a:solidFill>
            <a:schemeClr val="tx1"/>
          </a:solidFill>
          <a:latin typeface="+mn-lt"/>
          <a:ea typeface="+mn-lt"/>
          <a:cs typeface="+mn-lt"/>
        </a:defRPr>
      </a:lvl7pPr>
      <a:lvl8pPr marL="6399520" algn="l" defTabSz="1828434">
        <a:buNone/>
        <a:defRPr sz="3600" kern="1200">
          <a:solidFill>
            <a:schemeClr val="tx1"/>
          </a:solidFill>
          <a:latin typeface="+mn-lt"/>
          <a:ea typeface="+mn-lt"/>
          <a:cs typeface="+mn-lt"/>
        </a:defRPr>
      </a:lvl8pPr>
      <a:lvl9pPr marL="7313737" algn="l" defTabSz="1828434">
        <a:buNone/>
        <a:defRPr sz="36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>
            <a:extLst>
              <a:ext uri="{FF2B5EF4-FFF2-40B4-BE49-F238E27FC236}">
                <a16:creationId xmlns:a16="http://schemas.microsoft.com/office/drawing/2014/main" id="{69233579-2C28-47B8-82B2-E150A1612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984" y="1186733"/>
            <a:ext cx="22715683" cy="15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5">
            <a:extLst>
              <a:ext uri="{FF2B5EF4-FFF2-40B4-BE49-F238E27FC236}">
                <a16:creationId xmlns:a16="http://schemas.microsoft.com/office/drawing/2014/main" id="{996975E6-6259-41E6-B0B0-A26583205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984" y="3073267"/>
            <a:ext cx="22715683" cy="9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" name="Google Shape;8;p5">
            <a:extLst>
              <a:ext uri="{FF2B5EF4-FFF2-40B4-BE49-F238E27FC236}">
                <a16:creationId xmlns:a16="http://schemas.microsoft.com/office/drawing/2014/main" id="{A7BBEE61-F48A-4DF9-A2BA-5DC7470DBE5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587338" y="12435245"/>
            <a:ext cx="1462819" cy="1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666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3732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3F763653-9E69-4DFB-BFFA-1A33F8DFA7C1}"/>
              </a:ext>
            </a:extLst>
          </p:cNvPr>
          <p:cNvSpPr>
            <a:spLocks noGrp="1"/>
          </p:cNvSpPr>
          <p:nvPr/>
        </p:nvSpPr>
        <p:spPr>
          <a:xfrm>
            <a:off x="969081" y="685305"/>
            <a:ext cx="14327036" cy="311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37" tIns="243737" rIns="243737" bIns="243737" anchor="t">
            <a:spAutoFit/>
          </a:bodyPr>
          <a:lstStyle/>
          <a:p>
            <a:pPr defTabSz="2437790">
              <a:buNone/>
            </a:pPr>
            <a:r>
              <a:rPr sz="8531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Build a Team That Doesn’t Depend on You</a:t>
            </a:r>
          </a:p>
        </p:txBody>
      </p: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4BB40E40-6C1B-4D77-9710-74D8BD54635D}"/>
              </a:ext>
            </a:extLst>
          </p:cNvPr>
          <p:cNvSpPr>
            <a:spLocks noGrp="1"/>
          </p:cNvSpPr>
          <p:nvPr/>
        </p:nvSpPr>
        <p:spPr>
          <a:xfrm>
            <a:off x="1089252" y="3498468"/>
            <a:ext cx="12536734" cy="172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737" tIns="243737" rIns="243737" bIns="243737" anchor="t">
            <a:spAutoFit/>
          </a:bodyPr>
          <a:lstStyle/>
          <a:p>
            <a:pPr defTabSz="2437790">
              <a:buNone/>
            </a:pPr>
            <a:r>
              <a:rPr sz="3999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How to Hire, Lead, and Retain the Right People in Your Business</a:t>
            </a:r>
          </a:p>
        </p:txBody>
      </p:sp>
    </p:spTree>
    <p:extLst>
      <p:ext uri="{BB962C8B-B14F-4D97-AF65-F5344CB8AC3E}">
        <p14:creationId xmlns:p14="http://schemas.microsoft.com/office/powerpoint/2010/main" val="769306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Freeform 492">
            <a:extLst>
              <a:ext uri="{FF2B5EF4-FFF2-40B4-BE49-F238E27FC236}">
                <a16:creationId xmlns:a16="http://schemas.microsoft.com/office/drawing/2014/main" id="{38282E09-A88A-4274-8FBA-A00D9A83D570}"/>
              </a:ext>
            </a:extLst>
          </p:cNvPr>
          <p:cNvSpPr>
            <a:spLocks noGrp="1"/>
          </p:cNvSpPr>
          <p:nvPr/>
        </p:nvSpPr>
        <p:spPr>
          <a:xfrm>
            <a:off x="7382764" y="7062404"/>
            <a:ext cx="3659798" cy="3989510"/>
          </a:xfrm>
          <a:custGeom>
            <a:avLst/>
            <a:gdLst>
              <a:gd name="T0" fmla="*/ 2191 w 2939"/>
              <a:gd name="T1" fmla="*/ 2 h 3201"/>
              <a:gd name="T2" fmla="*/ 2191 w 2939"/>
              <a:gd name="T3" fmla="*/ 0 h 3201"/>
              <a:gd name="T4" fmla="*/ 0 w 2939"/>
              <a:gd name="T5" fmla="*/ 0 h 3201"/>
              <a:gd name="T6" fmla="*/ 0 w 2939"/>
              <a:gd name="T7" fmla="*/ 2 h 3201"/>
              <a:gd name="T8" fmla="*/ 291 w 2939"/>
              <a:gd name="T9" fmla="*/ 1442 h 3201"/>
              <a:gd name="T10" fmla="*/ 1083 w 2939"/>
              <a:gd name="T11" fmla="*/ 2616 h 3201"/>
              <a:gd name="T12" fmla="*/ 1841 w 2939"/>
              <a:gd name="T13" fmla="*/ 3200 h 3201"/>
              <a:gd name="T14" fmla="*/ 2938 w 2939"/>
              <a:gd name="T15" fmla="*/ 1302 h 3201"/>
              <a:gd name="T16" fmla="*/ 2191 w 2939"/>
              <a:gd name="T17" fmla="*/ 2 h 3201"/>
            </a:gdLst>
            <a:ahLst/>
            <a:cxnLst/>
            <a:rect l="0" t="0" r="r" b="b"/>
            <a:pathLst>
              <a:path w="2939" h="3201">
                <a:moveTo>
                  <a:pt x="2191" y="2"/>
                </a:moveTo>
                <a:cubicBezTo>
                  <a:pt x="2191" y="1"/>
                  <a:pt x="2191" y="1"/>
                  <a:pt x="2191" y="0"/>
                </a:cubicBezTo>
                <a:lnTo>
                  <a:pt x="0" y="0"/>
                </a:lnTo>
                <a:cubicBezTo>
                  <a:pt x="0" y="1"/>
                  <a:pt x="0" y="1"/>
                  <a:pt x="0" y="2"/>
                </a:cubicBezTo>
                <a:cubicBezTo>
                  <a:pt x="0" y="500"/>
                  <a:pt x="98" y="985"/>
                  <a:pt x="291" y="1442"/>
                </a:cubicBezTo>
                <a:cubicBezTo>
                  <a:pt x="477" y="1882"/>
                  <a:pt x="743" y="2277"/>
                  <a:pt x="1083" y="2616"/>
                </a:cubicBezTo>
                <a:cubicBezTo>
                  <a:pt x="1311" y="2845"/>
                  <a:pt x="1566" y="3040"/>
                  <a:pt x="1841" y="3200"/>
                </a:cubicBezTo>
                <a:lnTo>
                  <a:pt x="2938" y="1302"/>
                </a:lnTo>
                <a:cubicBezTo>
                  <a:pt x="2492" y="1040"/>
                  <a:pt x="2191" y="556"/>
                  <a:pt x="2191" y="2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494" name="Freeform 493">
            <a:extLst>
              <a:ext uri="{FF2B5EF4-FFF2-40B4-BE49-F238E27FC236}">
                <a16:creationId xmlns:a16="http://schemas.microsoft.com/office/drawing/2014/main" id="{40B22830-DFA8-43A6-BA12-B1849D3EFFE7}"/>
              </a:ext>
            </a:extLst>
          </p:cNvPr>
          <p:cNvSpPr>
            <a:spLocks noGrp="1"/>
          </p:cNvSpPr>
          <p:nvPr/>
        </p:nvSpPr>
        <p:spPr>
          <a:xfrm>
            <a:off x="12932908" y="7062404"/>
            <a:ext cx="3659798" cy="3989510"/>
          </a:xfrm>
          <a:custGeom>
            <a:avLst/>
            <a:gdLst>
              <a:gd name="T0" fmla="*/ 745 w 2937"/>
              <a:gd name="T1" fmla="*/ 2 h 3200"/>
              <a:gd name="T2" fmla="*/ 0 w 2937"/>
              <a:gd name="T3" fmla="*/ 1300 h 3200"/>
              <a:gd name="T4" fmla="*/ 1096 w 2937"/>
              <a:gd name="T5" fmla="*/ 3199 h 3200"/>
              <a:gd name="T6" fmla="*/ 1853 w 2937"/>
              <a:gd name="T7" fmla="*/ 2616 h 3200"/>
              <a:gd name="T8" fmla="*/ 2645 w 2937"/>
              <a:gd name="T9" fmla="*/ 1442 h 3200"/>
              <a:gd name="T10" fmla="*/ 2936 w 2937"/>
              <a:gd name="T11" fmla="*/ 2 h 3200"/>
              <a:gd name="T12" fmla="*/ 2936 w 2937"/>
              <a:gd name="T13" fmla="*/ 0 h 3200"/>
              <a:gd name="T14" fmla="*/ 745 w 2937"/>
              <a:gd name="T15" fmla="*/ 0 h 3200"/>
              <a:gd name="T16" fmla="*/ 745 w 2937"/>
              <a:gd name="T17" fmla="*/ 2 h 3200"/>
            </a:gdLst>
            <a:ahLst/>
            <a:cxnLst/>
            <a:rect l="0" t="0" r="r" b="b"/>
            <a:pathLst>
              <a:path w="2937" h="3200">
                <a:moveTo>
                  <a:pt x="745" y="2"/>
                </a:moveTo>
                <a:cubicBezTo>
                  <a:pt x="745" y="555"/>
                  <a:pt x="445" y="1039"/>
                  <a:pt x="0" y="1300"/>
                </a:cubicBezTo>
                <a:lnTo>
                  <a:pt x="1096" y="3199"/>
                </a:lnTo>
                <a:cubicBezTo>
                  <a:pt x="1371" y="3039"/>
                  <a:pt x="1625" y="2844"/>
                  <a:pt x="1853" y="2616"/>
                </a:cubicBezTo>
                <a:cubicBezTo>
                  <a:pt x="2192" y="2277"/>
                  <a:pt x="2459" y="1882"/>
                  <a:pt x="2645" y="1442"/>
                </a:cubicBezTo>
                <a:cubicBezTo>
                  <a:pt x="2838" y="985"/>
                  <a:pt x="2936" y="500"/>
                  <a:pt x="2936" y="2"/>
                </a:cubicBezTo>
                <a:cubicBezTo>
                  <a:pt x="2936" y="1"/>
                  <a:pt x="2936" y="1"/>
                  <a:pt x="2936" y="0"/>
                </a:cubicBezTo>
                <a:lnTo>
                  <a:pt x="745" y="0"/>
                </a:lnTo>
                <a:cubicBezTo>
                  <a:pt x="745" y="1"/>
                  <a:pt x="745" y="1"/>
                  <a:pt x="745" y="2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495" name="Freeform 494">
            <a:extLst>
              <a:ext uri="{FF2B5EF4-FFF2-40B4-BE49-F238E27FC236}">
                <a16:creationId xmlns:a16="http://schemas.microsoft.com/office/drawing/2014/main" id="{6CD5E008-FE9B-4B74-B3AD-59A54A0D5841}"/>
              </a:ext>
            </a:extLst>
          </p:cNvPr>
          <p:cNvSpPr>
            <a:spLocks noGrp="1"/>
          </p:cNvSpPr>
          <p:nvPr/>
        </p:nvSpPr>
        <p:spPr>
          <a:xfrm>
            <a:off x="7382764" y="3072895"/>
            <a:ext cx="3670788" cy="3978519"/>
          </a:xfrm>
          <a:custGeom>
            <a:avLst/>
            <a:gdLst>
              <a:gd name="T0" fmla="*/ 0 w 2945"/>
              <a:gd name="T1" fmla="*/ 3190 h 3191"/>
              <a:gd name="T2" fmla="*/ 2192 w 2945"/>
              <a:gd name="T3" fmla="*/ 3190 h 3191"/>
              <a:gd name="T4" fmla="*/ 2944 w 2945"/>
              <a:gd name="T5" fmla="*/ 1899 h 3191"/>
              <a:gd name="T6" fmla="*/ 1848 w 2945"/>
              <a:gd name="T7" fmla="*/ 0 h 3191"/>
              <a:gd name="T8" fmla="*/ 1083 w 2945"/>
              <a:gd name="T9" fmla="*/ 588 h 3191"/>
              <a:gd name="T10" fmla="*/ 291 w 2945"/>
              <a:gd name="T11" fmla="*/ 1763 h 3191"/>
              <a:gd name="T12" fmla="*/ 0 w 2945"/>
              <a:gd name="T13" fmla="*/ 3190 h 3191"/>
            </a:gdLst>
            <a:ahLst/>
            <a:cxnLst/>
            <a:rect l="0" t="0" r="r" b="b"/>
            <a:pathLst>
              <a:path w="2945" h="3191">
                <a:moveTo>
                  <a:pt x="0" y="3190"/>
                </a:moveTo>
                <a:lnTo>
                  <a:pt x="2192" y="3190"/>
                </a:lnTo>
                <a:cubicBezTo>
                  <a:pt x="2196" y="2639"/>
                  <a:pt x="2498" y="2158"/>
                  <a:pt x="2944" y="1899"/>
                </a:cubicBezTo>
                <a:lnTo>
                  <a:pt x="1848" y="0"/>
                </a:lnTo>
                <a:cubicBezTo>
                  <a:pt x="1569" y="161"/>
                  <a:pt x="1313" y="358"/>
                  <a:pt x="1083" y="588"/>
                </a:cubicBezTo>
                <a:cubicBezTo>
                  <a:pt x="743" y="927"/>
                  <a:pt x="477" y="1323"/>
                  <a:pt x="291" y="1763"/>
                </a:cubicBezTo>
                <a:cubicBezTo>
                  <a:pt x="100" y="2216"/>
                  <a:pt x="2" y="2696"/>
                  <a:pt x="0" y="319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496" name="Freeform 495">
            <a:extLst>
              <a:ext uri="{FF2B5EF4-FFF2-40B4-BE49-F238E27FC236}">
                <a16:creationId xmlns:a16="http://schemas.microsoft.com/office/drawing/2014/main" id="{7322836C-D4F7-4A8B-B524-8D729B9A9F4E}"/>
              </a:ext>
            </a:extLst>
          </p:cNvPr>
          <p:cNvSpPr>
            <a:spLocks noGrp="1"/>
          </p:cNvSpPr>
          <p:nvPr/>
        </p:nvSpPr>
        <p:spPr>
          <a:xfrm>
            <a:off x="12927411" y="3078388"/>
            <a:ext cx="3670788" cy="3973026"/>
          </a:xfrm>
          <a:custGeom>
            <a:avLst/>
            <a:gdLst>
              <a:gd name="T0" fmla="*/ 1860 w 2944"/>
              <a:gd name="T1" fmla="*/ 587 h 3190"/>
              <a:gd name="T2" fmla="*/ 1096 w 2944"/>
              <a:gd name="T3" fmla="*/ 0 h 3190"/>
              <a:gd name="T4" fmla="*/ 0 w 2944"/>
              <a:gd name="T5" fmla="*/ 1899 h 3190"/>
              <a:gd name="T6" fmla="*/ 752 w 2944"/>
              <a:gd name="T7" fmla="*/ 3189 h 3190"/>
              <a:gd name="T8" fmla="*/ 2943 w 2944"/>
              <a:gd name="T9" fmla="*/ 3189 h 3190"/>
              <a:gd name="T10" fmla="*/ 2652 w 2944"/>
              <a:gd name="T11" fmla="*/ 1762 h 3190"/>
              <a:gd name="T12" fmla="*/ 1860 w 2944"/>
              <a:gd name="T13" fmla="*/ 587 h 3190"/>
            </a:gdLst>
            <a:ahLst/>
            <a:cxnLst/>
            <a:rect l="0" t="0" r="r" b="b"/>
            <a:pathLst>
              <a:path w="2944" h="3190">
                <a:moveTo>
                  <a:pt x="1860" y="587"/>
                </a:moveTo>
                <a:cubicBezTo>
                  <a:pt x="1630" y="357"/>
                  <a:pt x="1375" y="161"/>
                  <a:pt x="1096" y="0"/>
                </a:cubicBezTo>
                <a:lnTo>
                  <a:pt x="0" y="1899"/>
                </a:lnTo>
                <a:cubicBezTo>
                  <a:pt x="446" y="2158"/>
                  <a:pt x="747" y="2638"/>
                  <a:pt x="752" y="3189"/>
                </a:cubicBezTo>
                <a:lnTo>
                  <a:pt x="2943" y="3189"/>
                </a:lnTo>
                <a:cubicBezTo>
                  <a:pt x="2941" y="2695"/>
                  <a:pt x="2843" y="2215"/>
                  <a:pt x="2652" y="1762"/>
                </a:cubicBezTo>
                <a:cubicBezTo>
                  <a:pt x="2466" y="1322"/>
                  <a:pt x="2199" y="926"/>
                  <a:pt x="1860" y="587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497" name="Freeform 496">
            <a:extLst>
              <a:ext uri="{FF2B5EF4-FFF2-40B4-BE49-F238E27FC236}">
                <a16:creationId xmlns:a16="http://schemas.microsoft.com/office/drawing/2014/main" id="{72878DB2-8826-4756-8DB0-643B32D34173}"/>
              </a:ext>
            </a:extLst>
          </p:cNvPr>
          <p:cNvSpPr>
            <a:spLocks noGrp="1"/>
          </p:cNvSpPr>
          <p:nvPr/>
        </p:nvSpPr>
        <p:spPr>
          <a:xfrm>
            <a:off x="9685248" y="8688981"/>
            <a:ext cx="4604971" cy="2983888"/>
          </a:xfrm>
          <a:custGeom>
            <a:avLst/>
            <a:gdLst>
              <a:gd name="T0" fmla="*/ 1847 w 3697"/>
              <a:gd name="T1" fmla="*/ 2393 h 2394"/>
              <a:gd name="T2" fmla="*/ 3287 w 3697"/>
              <a:gd name="T3" fmla="*/ 2102 h 2394"/>
              <a:gd name="T4" fmla="*/ 3696 w 3697"/>
              <a:gd name="T5" fmla="*/ 1898 h 2394"/>
              <a:gd name="T6" fmla="*/ 2599 w 3697"/>
              <a:gd name="T7" fmla="*/ 0 h 2394"/>
              <a:gd name="T8" fmla="*/ 1847 w 3697"/>
              <a:gd name="T9" fmla="*/ 202 h 2394"/>
              <a:gd name="T10" fmla="*/ 1096 w 3697"/>
              <a:gd name="T11" fmla="*/ 1 h 2394"/>
              <a:gd name="T12" fmla="*/ 0 w 3697"/>
              <a:gd name="T13" fmla="*/ 1899 h 2394"/>
              <a:gd name="T14" fmla="*/ 408 w 3697"/>
              <a:gd name="T15" fmla="*/ 2102 h 2394"/>
              <a:gd name="T16" fmla="*/ 1847 w 3697"/>
              <a:gd name="T17" fmla="*/ 2393 h 2394"/>
            </a:gdLst>
            <a:ahLst/>
            <a:cxnLst/>
            <a:rect l="0" t="0" r="r" b="b"/>
            <a:pathLst>
              <a:path w="3697" h="2394">
                <a:moveTo>
                  <a:pt x="1847" y="2393"/>
                </a:moveTo>
                <a:cubicBezTo>
                  <a:pt x="2345" y="2393"/>
                  <a:pt x="2830" y="2295"/>
                  <a:pt x="3287" y="2102"/>
                </a:cubicBezTo>
                <a:cubicBezTo>
                  <a:pt x="3427" y="2043"/>
                  <a:pt x="3564" y="1975"/>
                  <a:pt x="3696" y="1898"/>
                </a:cubicBezTo>
                <a:lnTo>
                  <a:pt x="2599" y="0"/>
                </a:lnTo>
                <a:cubicBezTo>
                  <a:pt x="2378" y="128"/>
                  <a:pt x="2121" y="202"/>
                  <a:pt x="1847" y="202"/>
                </a:cubicBezTo>
                <a:cubicBezTo>
                  <a:pt x="1574" y="202"/>
                  <a:pt x="1317" y="128"/>
                  <a:pt x="1096" y="1"/>
                </a:cubicBezTo>
                <a:lnTo>
                  <a:pt x="0" y="1899"/>
                </a:lnTo>
                <a:cubicBezTo>
                  <a:pt x="131" y="1975"/>
                  <a:pt x="267" y="2043"/>
                  <a:pt x="408" y="2102"/>
                </a:cubicBezTo>
                <a:cubicBezTo>
                  <a:pt x="864" y="2295"/>
                  <a:pt x="1348" y="2393"/>
                  <a:pt x="1847" y="2393"/>
                </a:cubicBezTo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498" name="Freeform 497">
            <a:extLst>
              <a:ext uri="{FF2B5EF4-FFF2-40B4-BE49-F238E27FC236}">
                <a16:creationId xmlns:a16="http://schemas.microsoft.com/office/drawing/2014/main" id="{2B28E57B-4C24-4E29-B3DF-D3D6E74D4655}"/>
              </a:ext>
            </a:extLst>
          </p:cNvPr>
          <p:cNvSpPr>
            <a:spLocks noGrp="1"/>
          </p:cNvSpPr>
          <p:nvPr/>
        </p:nvSpPr>
        <p:spPr>
          <a:xfrm>
            <a:off x="9696238" y="2457433"/>
            <a:ext cx="4588487" cy="2978394"/>
          </a:xfrm>
          <a:custGeom>
            <a:avLst/>
            <a:gdLst>
              <a:gd name="T0" fmla="*/ 1096 w 3683"/>
              <a:gd name="T1" fmla="*/ 2389 h 2391"/>
              <a:gd name="T2" fmla="*/ 1840 w 3683"/>
              <a:gd name="T3" fmla="*/ 2191 h 2391"/>
              <a:gd name="T4" fmla="*/ 2586 w 3683"/>
              <a:gd name="T5" fmla="*/ 2390 h 2391"/>
              <a:gd name="T6" fmla="*/ 3682 w 3683"/>
              <a:gd name="T7" fmla="*/ 491 h 2391"/>
              <a:gd name="T8" fmla="*/ 3280 w 3683"/>
              <a:gd name="T9" fmla="*/ 291 h 2391"/>
              <a:gd name="T10" fmla="*/ 1840 w 3683"/>
              <a:gd name="T11" fmla="*/ 0 h 2391"/>
              <a:gd name="T12" fmla="*/ 401 w 3683"/>
              <a:gd name="T13" fmla="*/ 291 h 2391"/>
              <a:gd name="T14" fmla="*/ 0 w 3683"/>
              <a:gd name="T15" fmla="*/ 490 h 2391"/>
              <a:gd name="T16" fmla="*/ 1096 w 3683"/>
              <a:gd name="T17" fmla="*/ 2389 h 2391"/>
            </a:gdLst>
            <a:ahLst/>
            <a:cxnLst/>
            <a:rect l="0" t="0" r="r" b="b"/>
            <a:pathLst>
              <a:path w="3683" h="2391">
                <a:moveTo>
                  <a:pt x="1096" y="2389"/>
                </a:moveTo>
                <a:cubicBezTo>
                  <a:pt x="1316" y="2264"/>
                  <a:pt x="1570" y="2191"/>
                  <a:pt x="1840" y="2191"/>
                </a:cubicBezTo>
                <a:cubicBezTo>
                  <a:pt x="2111" y="2191"/>
                  <a:pt x="2366" y="2264"/>
                  <a:pt x="2586" y="2390"/>
                </a:cubicBezTo>
                <a:lnTo>
                  <a:pt x="3682" y="491"/>
                </a:lnTo>
                <a:cubicBezTo>
                  <a:pt x="3552" y="417"/>
                  <a:pt x="3418" y="350"/>
                  <a:pt x="3280" y="291"/>
                </a:cubicBezTo>
                <a:cubicBezTo>
                  <a:pt x="2823" y="98"/>
                  <a:pt x="2338" y="0"/>
                  <a:pt x="1840" y="0"/>
                </a:cubicBezTo>
                <a:cubicBezTo>
                  <a:pt x="1341" y="0"/>
                  <a:pt x="857" y="98"/>
                  <a:pt x="401" y="291"/>
                </a:cubicBezTo>
                <a:cubicBezTo>
                  <a:pt x="263" y="349"/>
                  <a:pt x="129" y="416"/>
                  <a:pt x="0" y="490"/>
                </a:cubicBezTo>
                <a:lnTo>
                  <a:pt x="1096" y="2389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499" name="Freeform 498">
            <a:extLst>
              <a:ext uri="{FF2B5EF4-FFF2-40B4-BE49-F238E27FC236}">
                <a16:creationId xmlns:a16="http://schemas.microsoft.com/office/drawing/2014/main" id="{426DB4FD-8410-4155-BAF3-09877627926E}"/>
              </a:ext>
            </a:extLst>
          </p:cNvPr>
          <p:cNvSpPr>
            <a:spLocks noGrp="1"/>
          </p:cNvSpPr>
          <p:nvPr/>
        </p:nvSpPr>
        <p:spPr>
          <a:xfrm>
            <a:off x="6937652" y="5595186"/>
            <a:ext cx="3632324" cy="1522170"/>
          </a:xfrm>
          <a:custGeom>
            <a:avLst/>
            <a:gdLst>
              <a:gd name="T0" fmla="*/ 1458 w 2917"/>
              <a:gd name="T1" fmla="*/ 0 h 1223"/>
              <a:gd name="T2" fmla="*/ 0 w 2917"/>
              <a:gd name="T3" fmla="*/ 1222 h 1223"/>
              <a:gd name="T4" fmla="*/ 2916 w 2917"/>
              <a:gd name="T5" fmla="*/ 1222 h 1223"/>
              <a:gd name="T6" fmla="*/ 1458 w 2917"/>
              <a:gd name="T7" fmla="*/ 0 h 1223"/>
            </a:gdLst>
            <a:ahLst/>
            <a:cxnLst/>
            <a:rect l="0" t="0" r="r" b="b"/>
            <a:pathLst>
              <a:path w="2917" h="1223">
                <a:moveTo>
                  <a:pt x="1458" y="0"/>
                </a:moveTo>
                <a:lnTo>
                  <a:pt x="0" y="1222"/>
                </a:lnTo>
                <a:lnTo>
                  <a:pt x="2916" y="1222"/>
                </a:lnTo>
                <a:lnTo>
                  <a:pt x="1458" y="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500" name="Freeform 499">
            <a:extLst>
              <a:ext uri="{FF2B5EF4-FFF2-40B4-BE49-F238E27FC236}">
                <a16:creationId xmlns:a16="http://schemas.microsoft.com/office/drawing/2014/main" id="{E4465409-1A61-492B-A327-5C2EFAC29617}"/>
              </a:ext>
            </a:extLst>
          </p:cNvPr>
          <p:cNvSpPr>
            <a:spLocks noGrp="1"/>
          </p:cNvSpPr>
          <p:nvPr/>
        </p:nvSpPr>
        <p:spPr>
          <a:xfrm>
            <a:off x="9102758" y="8315308"/>
            <a:ext cx="2231048" cy="3148743"/>
          </a:xfrm>
          <a:custGeom>
            <a:avLst/>
            <a:gdLst>
              <a:gd name="T0" fmla="*/ 0 w 1789"/>
              <a:gd name="T1" fmla="*/ 652 h 2528"/>
              <a:gd name="T2" fmla="*/ 329 w 1789"/>
              <a:gd name="T3" fmla="*/ 2527 h 2528"/>
              <a:gd name="T4" fmla="*/ 1788 w 1789"/>
              <a:gd name="T5" fmla="*/ 0 h 2528"/>
              <a:gd name="T6" fmla="*/ 0 w 1789"/>
              <a:gd name="T7" fmla="*/ 652 h 2528"/>
            </a:gdLst>
            <a:ahLst/>
            <a:cxnLst/>
            <a:rect l="0" t="0" r="r" b="b"/>
            <a:pathLst>
              <a:path w="1789" h="2528">
                <a:moveTo>
                  <a:pt x="0" y="652"/>
                </a:moveTo>
                <a:lnTo>
                  <a:pt x="329" y="2527"/>
                </a:lnTo>
                <a:lnTo>
                  <a:pt x="1788" y="0"/>
                </a:lnTo>
                <a:lnTo>
                  <a:pt x="0" y="652"/>
                </a:lnTo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501" name="Freeform 500">
            <a:extLst>
              <a:ext uri="{FF2B5EF4-FFF2-40B4-BE49-F238E27FC236}">
                <a16:creationId xmlns:a16="http://schemas.microsoft.com/office/drawing/2014/main" id="{93AD8BC6-3CF6-483E-9491-D07F0959FED9}"/>
              </a:ext>
            </a:extLst>
          </p:cNvPr>
          <p:cNvSpPr>
            <a:spLocks noGrp="1"/>
          </p:cNvSpPr>
          <p:nvPr/>
        </p:nvSpPr>
        <p:spPr>
          <a:xfrm>
            <a:off x="12333931" y="8265850"/>
            <a:ext cx="2231048" cy="3148747"/>
          </a:xfrm>
          <a:custGeom>
            <a:avLst/>
            <a:gdLst>
              <a:gd name="T0" fmla="*/ 0 w 1789"/>
              <a:gd name="T1" fmla="*/ 1874 h 2527"/>
              <a:gd name="T2" fmla="*/ 1788 w 1789"/>
              <a:gd name="T3" fmla="*/ 2526 h 2527"/>
              <a:gd name="T4" fmla="*/ 330 w 1789"/>
              <a:gd name="T5" fmla="*/ 0 h 2527"/>
              <a:gd name="T6" fmla="*/ 0 w 1789"/>
              <a:gd name="T7" fmla="*/ 1874 h 2527"/>
            </a:gdLst>
            <a:ahLst/>
            <a:cxnLst/>
            <a:rect l="0" t="0" r="r" b="b"/>
            <a:pathLst>
              <a:path w="1789" h="2527">
                <a:moveTo>
                  <a:pt x="0" y="1874"/>
                </a:moveTo>
                <a:lnTo>
                  <a:pt x="1788" y="2526"/>
                </a:lnTo>
                <a:lnTo>
                  <a:pt x="330" y="0"/>
                </a:lnTo>
                <a:lnTo>
                  <a:pt x="0" y="1874"/>
                </a:ln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502" name="Freeform 501">
            <a:extLst>
              <a:ext uri="{FF2B5EF4-FFF2-40B4-BE49-F238E27FC236}">
                <a16:creationId xmlns:a16="http://schemas.microsoft.com/office/drawing/2014/main" id="{9CF2AFE6-51CB-49FF-900A-849AAF77BEF9}"/>
              </a:ext>
            </a:extLst>
          </p:cNvPr>
          <p:cNvSpPr>
            <a:spLocks noGrp="1"/>
          </p:cNvSpPr>
          <p:nvPr/>
        </p:nvSpPr>
        <p:spPr>
          <a:xfrm>
            <a:off x="13405495" y="7012946"/>
            <a:ext cx="3637817" cy="1527663"/>
          </a:xfrm>
          <a:custGeom>
            <a:avLst/>
            <a:gdLst>
              <a:gd name="T0" fmla="*/ 1458 w 2918"/>
              <a:gd name="T1" fmla="*/ 1223 h 1224"/>
              <a:gd name="T2" fmla="*/ 2917 w 2918"/>
              <a:gd name="T3" fmla="*/ 0 h 1224"/>
              <a:gd name="T4" fmla="*/ 0 w 2918"/>
              <a:gd name="T5" fmla="*/ 0 h 1224"/>
              <a:gd name="T6" fmla="*/ 1458 w 2918"/>
              <a:gd name="T7" fmla="*/ 1223 h 1224"/>
            </a:gdLst>
            <a:ahLst/>
            <a:cxnLst/>
            <a:rect l="0" t="0" r="r" b="b"/>
            <a:pathLst>
              <a:path w="2918" h="1224">
                <a:moveTo>
                  <a:pt x="1458" y="1223"/>
                </a:moveTo>
                <a:lnTo>
                  <a:pt x="2917" y="0"/>
                </a:lnTo>
                <a:lnTo>
                  <a:pt x="0" y="0"/>
                </a:lnTo>
                <a:lnTo>
                  <a:pt x="1458" y="1223"/>
                </a:ln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503" name="Freeform 502">
            <a:extLst>
              <a:ext uri="{FF2B5EF4-FFF2-40B4-BE49-F238E27FC236}">
                <a16:creationId xmlns:a16="http://schemas.microsoft.com/office/drawing/2014/main" id="{CB94C6A7-706E-42EC-88A5-E67350A34C08}"/>
              </a:ext>
            </a:extLst>
          </p:cNvPr>
          <p:cNvSpPr>
            <a:spLocks noGrp="1"/>
          </p:cNvSpPr>
          <p:nvPr/>
        </p:nvSpPr>
        <p:spPr>
          <a:xfrm>
            <a:off x="12652652" y="2666250"/>
            <a:ext cx="2231048" cy="3148743"/>
          </a:xfrm>
          <a:custGeom>
            <a:avLst/>
            <a:gdLst>
              <a:gd name="T0" fmla="*/ 1788 w 1789"/>
              <a:gd name="T1" fmla="*/ 1874 h 2527"/>
              <a:gd name="T2" fmla="*/ 1459 w 1789"/>
              <a:gd name="T3" fmla="*/ 0 h 2527"/>
              <a:gd name="T4" fmla="*/ 0 w 1789"/>
              <a:gd name="T5" fmla="*/ 2526 h 2527"/>
              <a:gd name="T6" fmla="*/ 1788 w 1789"/>
              <a:gd name="T7" fmla="*/ 1874 h 2527"/>
            </a:gdLst>
            <a:ahLst/>
            <a:cxnLst/>
            <a:rect l="0" t="0" r="r" b="b"/>
            <a:pathLst>
              <a:path w="1789" h="2527">
                <a:moveTo>
                  <a:pt x="1788" y="1874"/>
                </a:moveTo>
                <a:lnTo>
                  <a:pt x="1459" y="0"/>
                </a:lnTo>
                <a:lnTo>
                  <a:pt x="0" y="2526"/>
                </a:lnTo>
                <a:lnTo>
                  <a:pt x="1788" y="1874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504" name="Freeform 503">
            <a:extLst>
              <a:ext uri="{FF2B5EF4-FFF2-40B4-BE49-F238E27FC236}">
                <a16:creationId xmlns:a16="http://schemas.microsoft.com/office/drawing/2014/main" id="{AD3F8962-8569-46F5-ABDB-ADE47A980E2B}"/>
              </a:ext>
            </a:extLst>
          </p:cNvPr>
          <p:cNvSpPr>
            <a:spLocks noGrp="1"/>
          </p:cNvSpPr>
          <p:nvPr/>
        </p:nvSpPr>
        <p:spPr>
          <a:xfrm>
            <a:off x="9421479" y="2721202"/>
            <a:ext cx="2225555" cy="3148743"/>
          </a:xfrm>
          <a:custGeom>
            <a:avLst/>
            <a:gdLst>
              <a:gd name="T0" fmla="*/ 1787 w 1788"/>
              <a:gd name="T1" fmla="*/ 652 h 2528"/>
              <a:gd name="T2" fmla="*/ 0 w 1788"/>
              <a:gd name="T3" fmla="*/ 0 h 2528"/>
              <a:gd name="T4" fmla="*/ 1458 w 1788"/>
              <a:gd name="T5" fmla="*/ 2527 h 2528"/>
              <a:gd name="T6" fmla="*/ 1787 w 1788"/>
              <a:gd name="T7" fmla="*/ 652 h 2528"/>
            </a:gdLst>
            <a:ahLst/>
            <a:cxnLst/>
            <a:rect l="0" t="0" r="r" b="b"/>
            <a:pathLst>
              <a:path w="1788" h="2528">
                <a:moveTo>
                  <a:pt x="1787" y="652"/>
                </a:moveTo>
                <a:lnTo>
                  <a:pt x="0" y="0"/>
                </a:lnTo>
                <a:lnTo>
                  <a:pt x="1458" y="2527"/>
                </a:lnTo>
                <a:lnTo>
                  <a:pt x="1787" y="652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517" name="Freeform 516">
            <a:extLst>
              <a:ext uri="{FF2B5EF4-FFF2-40B4-BE49-F238E27FC236}">
                <a16:creationId xmlns:a16="http://schemas.microsoft.com/office/drawing/2014/main" id="{CB2343F4-3A81-4A99-BE8D-FEABE60FB000}"/>
              </a:ext>
            </a:extLst>
          </p:cNvPr>
          <p:cNvSpPr>
            <a:spLocks noGrp="1"/>
          </p:cNvSpPr>
          <p:nvPr/>
        </p:nvSpPr>
        <p:spPr>
          <a:xfrm>
            <a:off x="9047806" y="4474167"/>
            <a:ext cx="989135" cy="989135"/>
          </a:xfrm>
          <a:custGeom>
            <a:avLst/>
            <a:gdLst>
              <a:gd name="T0" fmla="*/ 396 w 794"/>
              <a:gd name="T1" fmla="*/ 758 h 795"/>
              <a:gd name="T2" fmla="*/ 36 w 794"/>
              <a:gd name="T3" fmla="*/ 397 h 795"/>
              <a:gd name="T4" fmla="*/ 396 w 794"/>
              <a:gd name="T5" fmla="*/ 36 h 795"/>
              <a:gd name="T6" fmla="*/ 638 w 794"/>
              <a:gd name="T7" fmla="*/ 130 h 795"/>
              <a:gd name="T8" fmla="*/ 384 w 794"/>
              <a:gd name="T9" fmla="*/ 384 h 795"/>
              <a:gd name="T10" fmla="*/ 378 w 794"/>
              <a:gd name="T11" fmla="*/ 397 h 795"/>
              <a:gd name="T12" fmla="*/ 396 w 794"/>
              <a:gd name="T13" fmla="*/ 415 h 795"/>
              <a:gd name="T14" fmla="*/ 756 w 794"/>
              <a:gd name="T15" fmla="*/ 415 h 795"/>
              <a:gd name="T16" fmla="*/ 396 w 794"/>
              <a:gd name="T17" fmla="*/ 758 h 795"/>
              <a:gd name="T18" fmla="*/ 756 w 794"/>
              <a:gd name="T19" fmla="*/ 379 h 795"/>
              <a:gd name="T20" fmla="*/ 440 w 794"/>
              <a:gd name="T21" fmla="*/ 379 h 795"/>
              <a:gd name="T22" fmla="*/ 663 w 794"/>
              <a:gd name="T23" fmla="*/ 155 h 795"/>
              <a:gd name="T24" fmla="*/ 756 w 794"/>
              <a:gd name="T25" fmla="*/ 379 h 795"/>
              <a:gd name="T26" fmla="*/ 396 w 794"/>
              <a:gd name="T27" fmla="*/ 0 h 795"/>
              <a:gd name="T28" fmla="*/ 0 w 794"/>
              <a:gd name="T29" fmla="*/ 397 h 795"/>
              <a:gd name="T30" fmla="*/ 396 w 794"/>
              <a:gd name="T31" fmla="*/ 794 h 795"/>
              <a:gd name="T32" fmla="*/ 793 w 794"/>
              <a:gd name="T33" fmla="*/ 397 h 795"/>
              <a:gd name="T34" fmla="*/ 396 w 794"/>
              <a:gd name="T35" fmla="*/ 0 h 795"/>
            </a:gdLst>
            <a:ahLst/>
            <a:cxnLst/>
            <a:rect l="0" t="0" r="r" b="b"/>
            <a:pathLst>
              <a:path w="794" h="795">
                <a:moveTo>
                  <a:pt x="396" y="758"/>
                </a:moveTo>
                <a:cubicBezTo>
                  <a:pt x="197" y="758"/>
                  <a:pt x="36" y="596"/>
                  <a:pt x="36" y="397"/>
                </a:cubicBezTo>
                <a:cubicBezTo>
                  <a:pt x="36" y="197"/>
                  <a:pt x="197" y="36"/>
                  <a:pt x="396" y="36"/>
                </a:cubicBezTo>
                <a:cubicBezTo>
                  <a:pt x="489" y="36"/>
                  <a:pt x="574" y="71"/>
                  <a:pt x="638" y="130"/>
                </a:cubicBezTo>
                <a:lnTo>
                  <a:pt x="384" y="384"/>
                </a:lnTo>
                <a:cubicBezTo>
                  <a:pt x="380" y="387"/>
                  <a:pt x="378" y="391"/>
                  <a:pt x="378" y="397"/>
                </a:cubicBezTo>
                <a:cubicBezTo>
                  <a:pt x="378" y="407"/>
                  <a:pt x="386" y="415"/>
                  <a:pt x="396" y="415"/>
                </a:cubicBezTo>
                <a:lnTo>
                  <a:pt x="756" y="415"/>
                </a:lnTo>
                <a:cubicBezTo>
                  <a:pt x="746" y="605"/>
                  <a:pt x="589" y="758"/>
                  <a:pt x="396" y="758"/>
                </a:cubicBezTo>
                <a:close/>
                <a:moveTo>
                  <a:pt x="756" y="379"/>
                </a:moveTo>
                <a:lnTo>
                  <a:pt x="440" y="379"/>
                </a:lnTo>
                <a:lnTo>
                  <a:pt x="663" y="155"/>
                </a:lnTo>
                <a:cubicBezTo>
                  <a:pt x="718" y="215"/>
                  <a:pt x="752" y="293"/>
                  <a:pt x="756" y="379"/>
                </a:cubicBezTo>
                <a:close/>
                <a:moveTo>
                  <a:pt x="396" y="0"/>
                </a:moveTo>
                <a:cubicBezTo>
                  <a:pt x="177" y="0"/>
                  <a:pt x="0" y="177"/>
                  <a:pt x="0" y="397"/>
                </a:cubicBezTo>
                <a:cubicBezTo>
                  <a:pt x="0" y="616"/>
                  <a:pt x="177" y="794"/>
                  <a:pt x="396" y="794"/>
                </a:cubicBezTo>
                <a:cubicBezTo>
                  <a:pt x="615" y="794"/>
                  <a:pt x="793" y="616"/>
                  <a:pt x="793" y="397"/>
                </a:cubicBezTo>
                <a:cubicBezTo>
                  <a:pt x="793" y="177"/>
                  <a:pt x="615" y="0"/>
                  <a:pt x="3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518" name="Freeform 517">
            <a:extLst>
              <a:ext uri="{FF2B5EF4-FFF2-40B4-BE49-F238E27FC236}">
                <a16:creationId xmlns:a16="http://schemas.microsoft.com/office/drawing/2014/main" id="{0776C19F-86CC-4B22-BEFF-452B124B5255}"/>
              </a:ext>
            </a:extLst>
          </p:cNvPr>
          <p:cNvSpPr>
            <a:spLocks noGrp="1"/>
          </p:cNvSpPr>
          <p:nvPr/>
        </p:nvSpPr>
        <p:spPr>
          <a:xfrm>
            <a:off x="14669389" y="5342407"/>
            <a:ext cx="807792" cy="989135"/>
          </a:xfrm>
          <a:custGeom>
            <a:avLst/>
            <a:gdLst>
              <a:gd name="T0" fmla="*/ 614 w 650"/>
              <a:gd name="T1" fmla="*/ 95 h 795"/>
              <a:gd name="T2" fmla="*/ 374 w 650"/>
              <a:gd name="T3" fmla="*/ 178 h 795"/>
              <a:gd name="T4" fmla="*/ 325 w 650"/>
              <a:gd name="T5" fmla="*/ 145 h 795"/>
              <a:gd name="T6" fmla="*/ 275 w 650"/>
              <a:gd name="T7" fmla="*/ 178 h 795"/>
              <a:gd name="T8" fmla="*/ 36 w 650"/>
              <a:gd name="T9" fmla="*/ 95 h 795"/>
              <a:gd name="T10" fmla="*/ 36 w 650"/>
              <a:gd name="T11" fmla="*/ 72 h 795"/>
              <a:gd name="T12" fmla="*/ 72 w 650"/>
              <a:gd name="T13" fmla="*/ 36 h 795"/>
              <a:gd name="T14" fmla="*/ 577 w 650"/>
              <a:gd name="T15" fmla="*/ 36 h 795"/>
              <a:gd name="T16" fmla="*/ 614 w 650"/>
              <a:gd name="T17" fmla="*/ 72 h 795"/>
              <a:gd name="T18" fmla="*/ 614 w 650"/>
              <a:gd name="T19" fmla="*/ 95 h 795"/>
              <a:gd name="T20" fmla="*/ 307 w 650"/>
              <a:gd name="T21" fmla="*/ 199 h 795"/>
              <a:gd name="T22" fmla="*/ 325 w 650"/>
              <a:gd name="T23" fmla="*/ 181 h 795"/>
              <a:gd name="T24" fmla="*/ 343 w 650"/>
              <a:gd name="T25" fmla="*/ 199 h 795"/>
              <a:gd name="T26" fmla="*/ 325 w 650"/>
              <a:gd name="T27" fmla="*/ 216 h 795"/>
              <a:gd name="T28" fmla="*/ 307 w 650"/>
              <a:gd name="T29" fmla="*/ 199 h 795"/>
              <a:gd name="T30" fmla="*/ 614 w 650"/>
              <a:gd name="T31" fmla="*/ 722 h 795"/>
              <a:gd name="T32" fmla="*/ 577 w 650"/>
              <a:gd name="T33" fmla="*/ 758 h 795"/>
              <a:gd name="T34" fmla="*/ 72 w 650"/>
              <a:gd name="T35" fmla="*/ 758 h 795"/>
              <a:gd name="T36" fmla="*/ 36 w 650"/>
              <a:gd name="T37" fmla="*/ 722 h 795"/>
              <a:gd name="T38" fmla="*/ 36 w 650"/>
              <a:gd name="T39" fmla="*/ 142 h 795"/>
              <a:gd name="T40" fmla="*/ 273 w 650"/>
              <a:gd name="T41" fmla="*/ 214 h 795"/>
              <a:gd name="T42" fmla="*/ 325 w 650"/>
              <a:gd name="T43" fmla="*/ 253 h 795"/>
              <a:gd name="T44" fmla="*/ 376 w 650"/>
              <a:gd name="T45" fmla="*/ 214 h 795"/>
              <a:gd name="T46" fmla="*/ 614 w 650"/>
              <a:gd name="T47" fmla="*/ 142 h 795"/>
              <a:gd name="T48" fmla="*/ 614 w 650"/>
              <a:gd name="T49" fmla="*/ 722 h 795"/>
              <a:gd name="T50" fmla="*/ 577 w 650"/>
              <a:gd name="T51" fmla="*/ 0 h 795"/>
              <a:gd name="T52" fmla="*/ 72 w 650"/>
              <a:gd name="T53" fmla="*/ 0 h 795"/>
              <a:gd name="T54" fmla="*/ 0 w 650"/>
              <a:gd name="T55" fmla="*/ 72 h 795"/>
              <a:gd name="T56" fmla="*/ 0 w 650"/>
              <a:gd name="T57" fmla="*/ 722 h 795"/>
              <a:gd name="T58" fmla="*/ 72 w 650"/>
              <a:gd name="T59" fmla="*/ 794 h 795"/>
              <a:gd name="T60" fmla="*/ 577 w 650"/>
              <a:gd name="T61" fmla="*/ 794 h 795"/>
              <a:gd name="T62" fmla="*/ 649 w 650"/>
              <a:gd name="T63" fmla="*/ 722 h 795"/>
              <a:gd name="T64" fmla="*/ 649 w 650"/>
              <a:gd name="T65" fmla="*/ 72 h 795"/>
              <a:gd name="T66" fmla="*/ 577 w 650"/>
              <a:gd name="T67" fmla="*/ 0 h 795"/>
              <a:gd name="T68" fmla="*/ 235 w 650"/>
              <a:gd name="T69" fmla="*/ 613 h 795"/>
              <a:gd name="T70" fmla="*/ 162 w 650"/>
              <a:gd name="T71" fmla="*/ 613 h 795"/>
              <a:gd name="T72" fmla="*/ 145 w 650"/>
              <a:gd name="T73" fmla="*/ 632 h 795"/>
              <a:gd name="T74" fmla="*/ 162 w 650"/>
              <a:gd name="T75" fmla="*/ 650 h 795"/>
              <a:gd name="T76" fmla="*/ 235 w 650"/>
              <a:gd name="T77" fmla="*/ 650 h 795"/>
              <a:gd name="T78" fmla="*/ 253 w 650"/>
              <a:gd name="T79" fmla="*/ 632 h 795"/>
              <a:gd name="T80" fmla="*/ 235 w 650"/>
              <a:gd name="T81" fmla="*/ 613 h 795"/>
              <a:gd name="T82" fmla="*/ 271 w 650"/>
              <a:gd name="T83" fmla="*/ 541 h 795"/>
              <a:gd name="T84" fmla="*/ 162 w 650"/>
              <a:gd name="T85" fmla="*/ 541 h 795"/>
              <a:gd name="T86" fmla="*/ 145 w 650"/>
              <a:gd name="T87" fmla="*/ 560 h 795"/>
              <a:gd name="T88" fmla="*/ 162 w 650"/>
              <a:gd name="T89" fmla="*/ 577 h 795"/>
              <a:gd name="T90" fmla="*/ 271 w 650"/>
              <a:gd name="T91" fmla="*/ 577 h 795"/>
              <a:gd name="T92" fmla="*/ 289 w 650"/>
              <a:gd name="T93" fmla="*/ 560 h 795"/>
              <a:gd name="T94" fmla="*/ 271 w 650"/>
              <a:gd name="T95" fmla="*/ 541 h 795"/>
            </a:gdLst>
            <a:ahLst/>
            <a:cxnLst/>
            <a:rect l="0" t="0" r="r" b="b"/>
            <a:pathLst>
              <a:path w="650" h="795">
                <a:moveTo>
                  <a:pt x="614" y="95"/>
                </a:moveTo>
                <a:cubicBezTo>
                  <a:pt x="567" y="138"/>
                  <a:pt x="470" y="169"/>
                  <a:pt x="374" y="178"/>
                </a:cubicBezTo>
                <a:cubicBezTo>
                  <a:pt x="367" y="158"/>
                  <a:pt x="347" y="145"/>
                  <a:pt x="325" y="145"/>
                </a:cubicBezTo>
                <a:cubicBezTo>
                  <a:pt x="302" y="145"/>
                  <a:pt x="283" y="158"/>
                  <a:pt x="275" y="178"/>
                </a:cubicBezTo>
                <a:cubicBezTo>
                  <a:pt x="179" y="169"/>
                  <a:pt x="83" y="138"/>
                  <a:pt x="36" y="95"/>
                </a:cubicBezTo>
                <a:lnTo>
                  <a:pt x="36" y="72"/>
                </a:lnTo>
                <a:cubicBezTo>
                  <a:pt x="36" y="53"/>
                  <a:pt x="52" y="36"/>
                  <a:pt x="72" y="36"/>
                </a:cubicBezTo>
                <a:lnTo>
                  <a:pt x="577" y="36"/>
                </a:lnTo>
                <a:cubicBezTo>
                  <a:pt x="597" y="36"/>
                  <a:pt x="614" y="53"/>
                  <a:pt x="614" y="72"/>
                </a:cubicBezTo>
                <a:lnTo>
                  <a:pt x="614" y="95"/>
                </a:lnTo>
                <a:close/>
                <a:moveTo>
                  <a:pt x="307" y="199"/>
                </a:moveTo>
                <a:cubicBezTo>
                  <a:pt x="307" y="188"/>
                  <a:pt x="315" y="181"/>
                  <a:pt x="325" y="181"/>
                </a:cubicBezTo>
                <a:cubicBezTo>
                  <a:pt x="335" y="181"/>
                  <a:pt x="343" y="188"/>
                  <a:pt x="343" y="199"/>
                </a:cubicBezTo>
                <a:cubicBezTo>
                  <a:pt x="343" y="209"/>
                  <a:pt x="335" y="216"/>
                  <a:pt x="325" y="216"/>
                </a:cubicBezTo>
                <a:cubicBezTo>
                  <a:pt x="315" y="216"/>
                  <a:pt x="307" y="209"/>
                  <a:pt x="307" y="199"/>
                </a:cubicBezTo>
                <a:close/>
                <a:moveTo>
                  <a:pt x="614" y="722"/>
                </a:moveTo>
                <a:cubicBezTo>
                  <a:pt x="614" y="742"/>
                  <a:pt x="597" y="758"/>
                  <a:pt x="577" y="758"/>
                </a:cubicBezTo>
                <a:lnTo>
                  <a:pt x="72" y="758"/>
                </a:lnTo>
                <a:cubicBezTo>
                  <a:pt x="52" y="758"/>
                  <a:pt x="36" y="742"/>
                  <a:pt x="36" y="722"/>
                </a:cubicBezTo>
                <a:lnTo>
                  <a:pt x="36" y="142"/>
                </a:lnTo>
                <a:cubicBezTo>
                  <a:pt x="90" y="180"/>
                  <a:pt x="184" y="207"/>
                  <a:pt x="273" y="214"/>
                </a:cubicBezTo>
                <a:cubicBezTo>
                  <a:pt x="280" y="237"/>
                  <a:pt x="300" y="253"/>
                  <a:pt x="325" y="253"/>
                </a:cubicBezTo>
                <a:cubicBezTo>
                  <a:pt x="349" y="253"/>
                  <a:pt x="370" y="237"/>
                  <a:pt x="376" y="214"/>
                </a:cubicBezTo>
                <a:cubicBezTo>
                  <a:pt x="466" y="207"/>
                  <a:pt x="559" y="180"/>
                  <a:pt x="614" y="142"/>
                </a:cubicBezTo>
                <a:lnTo>
                  <a:pt x="614" y="722"/>
                </a:lnTo>
                <a:close/>
                <a:moveTo>
                  <a:pt x="577" y="0"/>
                </a:moveTo>
                <a:lnTo>
                  <a:pt x="72" y="0"/>
                </a:lnTo>
                <a:cubicBezTo>
                  <a:pt x="32" y="0"/>
                  <a:pt x="0" y="32"/>
                  <a:pt x="0" y="72"/>
                </a:cubicBezTo>
                <a:lnTo>
                  <a:pt x="0" y="722"/>
                </a:lnTo>
                <a:cubicBezTo>
                  <a:pt x="0" y="761"/>
                  <a:pt x="32" y="794"/>
                  <a:pt x="72" y="794"/>
                </a:cubicBezTo>
                <a:lnTo>
                  <a:pt x="577" y="794"/>
                </a:lnTo>
                <a:cubicBezTo>
                  <a:pt x="617" y="794"/>
                  <a:pt x="649" y="761"/>
                  <a:pt x="649" y="722"/>
                </a:cubicBezTo>
                <a:lnTo>
                  <a:pt x="649" y="72"/>
                </a:lnTo>
                <a:cubicBezTo>
                  <a:pt x="649" y="32"/>
                  <a:pt x="617" y="0"/>
                  <a:pt x="577" y="0"/>
                </a:cubicBezTo>
                <a:close/>
                <a:moveTo>
                  <a:pt x="235" y="613"/>
                </a:moveTo>
                <a:lnTo>
                  <a:pt x="162" y="613"/>
                </a:lnTo>
                <a:cubicBezTo>
                  <a:pt x="152" y="613"/>
                  <a:pt x="145" y="622"/>
                  <a:pt x="145" y="632"/>
                </a:cubicBezTo>
                <a:cubicBezTo>
                  <a:pt x="145" y="642"/>
                  <a:pt x="152" y="650"/>
                  <a:pt x="162" y="650"/>
                </a:cubicBezTo>
                <a:lnTo>
                  <a:pt x="235" y="650"/>
                </a:lnTo>
                <a:cubicBezTo>
                  <a:pt x="244" y="650"/>
                  <a:pt x="253" y="642"/>
                  <a:pt x="253" y="632"/>
                </a:cubicBezTo>
                <a:cubicBezTo>
                  <a:pt x="253" y="622"/>
                  <a:pt x="244" y="613"/>
                  <a:pt x="235" y="613"/>
                </a:cubicBezTo>
                <a:close/>
                <a:moveTo>
                  <a:pt x="271" y="541"/>
                </a:moveTo>
                <a:lnTo>
                  <a:pt x="162" y="541"/>
                </a:lnTo>
                <a:cubicBezTo>
                  <a:pt x="152" y="541"/>
                  <a:pt x="145" y="549"/>
                  <a:pt x="145" y="560"/>
                </a:cubicBezTo>
                <a:cubicBezTo>
                  <a:pt x="145" y="570"/>
                  <a:pt x="152" y="577"/>
                  <a:pt x="162" y="577"/>
                </a:cubicBezTo>
                <a:lnTo>
                  <a:pt x="271" y="577"/>
                </a:lnTo>
                <a:cubicBezTo>
                  <a:pt x="280" y="577"/>
                  <a:pt x="289" y="570"/>
                  <a:pt x="289" y="560"/>
                </a:cubicBezTo>
                <a:cubicBezTo>
                  <a:pt x="289" y="549"/>
                  <a:pt x="280" y="541"/>
                  <a:pt x="271" y="54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519" name="Freeform 518">
            <a:extLst>
              <a:ext uri="{FF2B5EF4-FFF2-40B4-BE49-F238E27FC236}">
                <a16:creationId xmlns:a16="http://schemas.microsoft.com/office/drawing/2014/main" id="{B0E87454-CF95-46D4-B84C-48B6831C042D}"/>
              </a:ext>
            </a:extLst>
          </p:cNvPr>
          <p:cNvSpPr>
            <a:spLocks noGrp="1"/>
          </p:cNvSpPr>
          <p:nvPr/>
        </p:nvSpPr>
        <p:spPr>
          <a:xfrm>
            <a:off x="14262745" y="8623039"/>
            <a:ext cx="989135" cy="901212"/>
          </a:xfrm>
          <a:custGeom>
            <a:avLst/>
            <a:gdLst>
              <a:gd name="T0" fmla="*/ 632 w 795"/>
              <a:gd name="T1" fmla="*/ 414 h 722"/>
              <a:gd name="T2" fmla="*/ 578 w 795"/>
              <a:gd name="T3" fmla="*/ 360 h 722"/>
              <a:gd name="T4" fmla="*/ 632 w 795"/>
              <a:gd name="T5" fmla="*/ 306 h 722"/>
              <a:gd name="T6" fmla="*/ 686 w 795"/>
              <a:gd name="T7" fmla="*/ 360 h 722"/>
              <a:gd name="T8" fmla="*/ 632 w 795"/>
              <a:gd name="T9" fmla="*/ 414 h 722"/>
              <a:gd name="T10" fmla="*/ 777 w 795"/>
              <a:gd name="T11" fmla="*/ 342 h 722"/>
              <a:gd name="T12" fmla="*/ 720 w 795"/>
              <a:gd name="T13" fmla="*/ 342 h 722"/>
              <a:gd name="T14" fmla="*/ 632 w 795"/>
              <a:gd name="T15" fmla="*/ 270 h 722"/>
              <a:gd name="T16" fmla="*/ 544 w 795"/>
              <a:gd name="T17" fmla="*/ 342 h 722"/>
              <a:gd name="T18" fmla="*/ 19 w 795"/>
              <a:gd name="T19" fmla="*/ 342 h 722"/>
              <a:gd name="T20" fmla="*/ 0 w 795"/>
              <a:gd name="T21" fmla="*/ 360 h 722"/>
              <a:gd name="T22" fmla="*/ 19 w 795"/>
              <a:gd name="T23" fmla="*/ 378 h 722"/>
              <a:gd name="T24" fmla="*/ 544 w 795"/>
              <a:gd name="T25" fmla="*/ 378 h 722"/>
              <a:gd name="T26" fmla="*/ 632 w 795"/>
              <a:gd name="T27" fmla="*/ 450 h 722"/>
              <a:gd name="T28" fmla="*/ 720 w 795"/>
              <a:gd name="T29" fmla="*/ 378 h 722"/>
              <a:gd name="T30" fmla="*/ 777 w 795"/>
              <a:gd name="T31" fmla="*/ 378 h 722"/>
              <a:gd name="T32" fmla="*/ 794 w 795"/>
              <a:gd name="T33" fmla="*/ 360 h 722"/>
              <a:gd name="T34" fmla="*/ 777 w 795"/>
              <a:gd name="T35" fmla="*/ 342 h 722"/>
              <a:gd name="T36" fmla="*/ 344 w 795"/>
              <a:gd name="T37" fmla="*/ 685 h 722"/>
              <a:gd name="T38" fmla="*/ 289 w 795"/>
              <a:gd name="T39" fmla="*/ 631 h 722"/>
              <a:gd name="T40" fmla="*/ 344 w 795"/>
              <a:gd name="T41" fmla="*/ 577 h 722"/>
              <a:gd name="T42" fmla="*/ 397 w 795"/>
              <a:gd name="T43" fmla="*/ 631 h 722"/>
              <a:gd name="T44" fmla="*/ 344 w 795"/>
              <a:gd name="T45" fmla="*/ 685 h 722"/>
              <a:gd name="T46" fmla="*/ 777 w 795"/>
              <a:gd name="T47" fmla="*/ 613 h 722"/>
              <a:gd name="T48" fmla="*/ 432 w 795"/>
              <a:gd name="T49" fmla="*/ 613 h 722"/>
              <a:gd name="T50" fmla="*/ 344 w 795"/>
              <a:gd name="T51" fmla="*/ 541 h 722"/>
              <a:gd name="T52" fmla="*/ 255 w 795"/>
              <a:gd name="T53" fmla="*/ 613 h 722"/>
              <a:gd name="T54" fmla="*/ 19 w 795"/>
              <a:gd name="T55" fmla="*/ 613 h 722"/>
              <a:gd name="T56" fmla="*/ 0 w 795"/>
              <a:gd name="T57" fmla="*/ 631 h 722"/>
              <a:gd name="T58" fmla="*/ 19 w 795"/>
              <a:gd name="T59" fmla="*/ 649 h 722"/>
              <a:gd name="T60" fmla="*/ 255 w 795"/>
              <a:gd name="T61" fmla="*/ 649 h 722"/>
              <a:gd name="T62" fmla="*/ 344 w 795"/>
              <a:gd name="T63" fmla="*/ 721 h 722"/>
              <a:gd name="T64" fmla="*/ 432 w 795"/>
              <a:gd name="T65" fmla="*/ 649 h 722"/>
              <a:gd name="T66" fmla="*/ 777 w 795"/>
              <a:gd name="T67" fmla="*/ 649 h 722"/>
              <a:gd name="T68" fmla="*/ 794 w 795"/>
              <a:gd name="T69" fmla="*/ 631 h 722"/>
              <a:gd name="T70" fmla="*/ 777 w 795"/>
              <a:gd name="T71" fmla="*/ 613 h 722"/>
              <a:gd name="T72" fmla="*/ 199 w 795"/>
              <a:gd name="T73" fmla="*/ 35 h 722"/>
              <a:gd name="T74" fmla="*/ 253 w 795"/>
              <a:gd name="T75" fmla="*/ 89 h 722"/>
              <a:gd name="T76" fmla="*/ 199 w 795"/>
              <a:gd name="T77" fmla="*/ 144 h 722"/>
              <a:gd name="T78" fmla="*/ 145 w 795"/>
              <a:gd name="T79" fmla="*/ 89 h 722"/>
              <a:gd name="T80" fmla="*/ 199 w 795"/>
              <a:gd name="T81" fmla="*/ 35 h 722"/>
              <a:gd name="T82" fmla="*/ 19 w 795"/>
              <a:gd name="T83" fmla="*/ 108 h 722"/>
              <a:gd name="T84" fmla="*/ 111 w 795"/>
              <a:gd name="T85" fmla="*/ 108 h 722"/>
              <a:gd name="T86" fmla="*/ 199 w 795"/>
              <a:gd name="T87" fmla="*/ 180 h 722"/>
              <a:gd name="T88" fmla="*/ 287 w 795"/>
              <a:gd name="T89" fmla="*/ 108 h 722"/>
              <a:gd name="T90" fmla="*/ 777 w 795"/>
              <a:gd name="T91" fmla="*/ 108 h 722"/>
              <a:gd name="T92" fmla="*/ 794 w 795"/>
              <a:gd name="T93" fmla="*/ 89 h 722"/>
              <a:gd name="T94" fmla="*/ 777 w 795"/>
              <a:gd name="T95" fmla="*/ 72 h 722"/>
              <a:gd name="T96" fmla="*/ 287 w 795"/>
              <a:gd name="T97" fmla="*/ 72 h 722"/>
              <a:gd name="T98" fmla="*/ 199 w 795"/>
              <a:gd name="T99" fmla="*/ 0 h 722"/>
              <a:gd name="T100" fmla="*/ 111 w 795"/>
              <a:gd name="T101" fmla="*/ 72 h 722"/>
              <a:gd name="T102" fmla="*/ 19 w 795"/>
              <a:gd name="T103" fmla="*/ 72 h 722"/>
              <a:gd name="T104" fmla="*/ 0 w 795"/>
              <a:gd name="T105" fmla="*/ 89 h 722"/>
              <a:gd name="T106" fmla="*/ 19 w 795"/>
              <a:gd name="T107" fmla="*/ 108 h 722"/>
            </a:gdLst>
            <a:ahLst/>
            <a:cxnLst/>
            <a:rect l="0" t="0" r="r" b="b"/>
            <a:pathLst>
              <a:path w="795" h="722">
                <a:moveTo>
                  <a:pt x="632" y="414"/>
                </a:moveTo>
                <a:cubicBezTo>
                  <a:pt x="602" y="414"/>
                  <a:pt x="578" y="390"/>
                  <a:pt x="578" y="360"/>
                </a:cubicBezTo>
                <a:cubicBezTo>
                  <a:pt x="578" y="330"/>
                  <a:pt x="602" y="306"/>
                  <a:pt x="632" y="306"/>
                </a:cubicBezTo>
                <a:cubicBezTo>
                  <a:pt x="662" y="306"/>
                  <a:pt x="686" y="330"/>
                  <a:pt x="686" y="360"/>
                </a:cubicBezTo>
                <a:cubicBezTo>
                  <a:pt x="686" y="390"/>
                  <a:pt x="662" y="414"/>
                  <a:pt x="632" y="414"/>
                </a:cubicBezTo>
                <a:close/>
                <a:moveTo>
                  <a:pt x="777" y="342"/>
                </a:moveTo>
                <a:lnTo>
                  <a:pt x="720" y="342"/>
                </a:lnTo>
                <a:cubicBezTo>
                  <a:pt x="712" y="301"/>
                  <a:pt x="676" y="270"/>
                  <a:pt x="632" y="270"/>
                </a:cubicBezTo>
                <a:cubicBezTo>
                  <a:pt x="589" y="270"/>
                  <a:pt x="552" y="301"/>
                  <a:pt x="544" y="342"/>
                </a:cubicBezTo>
                <a:lnTo>
                  <a:pt x="19" y="342"/>
                </a:lnTo>
                <a:cubicBezTo>
                  <a:pt x="9" y="342"/>
                  <a:pt x="0" y="350"/>
                  <a:pt x="0" y="360"/>
                </a:cubicBezTo>
                <a:cubicBezTo>
                  <a:pt x="0" y="370"/>
                  <a:pt x="9" y="378"/>
                  <a:pt x="19" y="378"/>
                </a:cubicBezTo>
                <a:lnTo>
                  <a:pt x="544" y="378"/>
                </a:lnTo>
                <a:cubicBezTo>
                  <a:pt x="552" y="420"/>
                  <a:pt x="589" y="450"/>
                  <a:pt x="632" y="450"/>
                </a:cubicBezTo>
                <a:cubicBezTo>
                  <a:pt x="676" y="450"/>
                  <a:pt x="712" y="420"/>
                  <a:pt x="720" y="378"/>
                </a:cubicBezTo>
                <a:lnTo>
                  <a:pt x="777" y="378"/>
                </a:lnTo>
                <a:cubicBezTo>
                  <a:pt x="786" y="378"/>
                  <a:pt x="794" y="370"/>
                  <a:pt x="794" y="360"/>
                </a:cubicBezTo>
                <a:cubicBezTo>
                  <a:pt x="794" y="350"/>
                  <a:pt x="786" y="342"/>
                  <a:pt x="777" y="342"/>
                </a:cubicBezTo>
                <a:close/>
                <a:moveTo>
                  <a:pt x="344" y="685"/>
                </a:moveTo>
                <a:cubicBezTo>
                  <a:pt x="314" y="685"/>
                  <a:pt x="289" y="661"/>
                  <a:pt x="289" y="631"/>
                </a:cubicBezTo>
                <a:cubicBezTo>
                  <a:pt x="289" y="601"/>
                  <a:pt x="314" y="577"/>
                  <a:pt x="344" y="577"/>
                </a:cubicBezTo>
                <a:cubicBezTo>
                  <a:pt x="373" y="577"/>
                  <a:pt x="397" y="601"/>
                  <a:pt x="397" y="631"/>
                </a:cubicBezTo>
                <a:cubicBezTo>
                  <a:pt x="397" y="661"/>
                  <a:pt x="373" y="685"/>
                  <a:pt x="344" y="685"/>
                </a:cubicBezTo>
                <a:close/>
                <a:moveTo>
                  <a:pt x="777" y="613"/>
                </a:moveTo>
                <a:lnTo>
                  <a:pt x="432" y="613"/>
                </a:lnTo>
                <a:cubicBezTo>
                  <a:pt x="424" y="571"/>
                  <a:pt x="387" y="541"/>
                  <a:pt x="344" y="541"/>
                </a:cubicBezTo>
                <a:cubicBezTo>
                  <a:pt x="300" y="541"/>
                  <a:pt x="263" y="571"/>
                  <a:pt x="255" y="613"/>
                </a:cubicBezTo>
                <a:lnTo>
                  <a:pt x="19" y="613"/>
                </a:lnTo>
                <a:cubicBezTo>
                  <a:pt x="9" y="613"/>
                  <a:pt x="0" y="621"/>
                  <a:pt x="0" y="631"/>
                </a:cubicBezTo>
                <a:cubicBezTo>
                  <a:pt x="0" y="641"/>
                  <a:pt x="9" y="649"/>
                  <a:pt x="19" y="649"/>
                </a:cubicBezTo>
                <a:lnTo>
                  <a:pt x="255" y="649"/>
                </a:lnTo>
                <a:cubicBezTo>
                  <a:pt x="263" y="690"/>
                  <a:pt x="300" y="721"/>
                  <a:pt x="344" y="721"/>
                </a:cubicBezTo>
                <a:cubicBezTo>
                  <a:pt x="387" y="721"/>
                  <a:pt x="424" y="690"/>
                  <a:pt x="432" y="649"/>
                </a:cubicBezTo>
                <a:lnTo>
                  <a:pt x="777" y="649"/>
                </a:lnTo>
                <a:cubicBezTo>
                  <a:pt x="786" y="649"/>
                  <a:pt x="794" y="641"/>
                  <a:pt x="794" y="631"/>
                </a:cubicBezTo>
                <a:cubicBezTo>
                  <a:pt x="794" y="621"/>
                  <a:pt x="786" y="613"/>
                  <a:pt x="777" y="613"/>
                </a:cubicBezTo>
                <a:close/>
                <a:moveTo>
                  <a:pt x="199" y="35"/>
                </a:moveTo>
                <a:cubicBezTo>
                  <a:pt x="229" y="35"/>
                  <a:pt x="253" y="59"/>
                  <a:pt x="253" y="89"/>
                </a:cubicBezTo>
                <a:cubicBezTo>
                  <a:pt x="253" y="119"/>
                  <a:pt x="229" y="144"/>
                  <a:pt x="199" y="144"/>
                </a:cubicBezTo>
                <a:cubicBezTo>
                  <a:pt x="169" y="144"/>
                  <a:pt x="145" y="119"/>
                  <a:pt x="145" y="89"/>
                </a:cubicBezTo>
                <a:cubicBezTo>
                  <a:pt x="145" y="59"/>
                  <a:pt x="169" y="35"/>
                  <a:pt x="199" y="35"/>
                </a:cubicBezTo>
                <a:close/>
                <a:moveTo>
                  <a:pt x="19" y="108"/>
                </a:moveTo>
                <a:lnTo>
                  <a:pt x="111" y="108"/>
                </a:lnTo>
                <a:cubicBezTo>
                  <a:pt x="119" y="149"/>
                  <a:pt x="156" y="180"/>
                  <a:pt x="199" y="180"/>
                </a:cubicBezTo>
                <a:cubicBezTo>
                  <a:pt x="243" y="180"/>
                  <a:pt x="279" y="149"/>
                  <a:pt x="287" y="108"/>
                </a:cubicBezTo>
                <a:lnTo>
                  <a:pt x="777" y="108"/>
                </a:lnTo>
                <a:cubicBezTo>
                  <a:pt x="786" y="108"/>
                  <a:pt x="794" y="100"/>
                  <a:pt x="794" y="89"/>
                </a:cubicBezTo>
                <a:cubicBezTo>
                  <a:pt x="794" y="80"/>
                  <a:pt x="786" y="72"/>
                  <a:pt x="777" y="72"/>
                </a:cubicBezTo>
                <a:lnTo>
                  <a:pt x="287" y="72"/>
                </a:lnTo>
                <a:cubicBezTo>
                  <a:pt x="279" y="30"/>
                  <a:pt x="243" y="0"/>
                  <a:pt x="199" y="0"/>
                </a:cubicBezTo>
                <a:cubicBezTo>
                  <a:pt x="156" y="0"/>
                  <a:pt x="119" y="30"/>
                  <a:pt x="111" y="72"/>
                </a:cubicBezTo>
                <a:lnTo>
                  <a:pt x="19" y="72"/>
                </a:lnTo>
                <a:cubicBezTo>
                  <a:pt x="9" y="72"/>
                  <a:pt x="0" y="80"/>
                  <a:pt x="0" y="89"/>
                </a:cubicBezTo>
                <a:cubicBezTo>
                  <a:pt x="0" y="100"/>
                  <a:pt x="9" y="108"/>
                  <a:pt x="19" y="10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520" name="Freeform 519">
            <a:extLst>
              <a:ext uri="{FF2B5EF4-FFF2-40B4-BE49-F238E27FC236}">
                <a16:creationId xmlns:a16="http://schemas.microsoft.com/office/drawing/2014/main" id="{75366CB0-8A7E-4876-93E1-32A92026338E}"/>
              </a:ext>
            </a:extLst>
          </p:cNvPr>
          <p:cNvSpPr>
            <a:spLocks noGrp="1"/>
          </p:cNvSpPr>
          <p:nvPr/>
        </p:nvSpPr>
        <p:spPr>
          <a:xfrm>
            <a:off x="8448831" y="7793263"/>
            <a:ext cx="989135" cy="901212"/>
          </a:xfrm>
          <a:custGeom>
            <a:avLst/>
            <a:gdLst>
              <a:gd name="T0" fmla="*/ 153 w 794"/>
              <a:gd name="T1" fmla="*/ 579 h 722"/>
              <a:gd name="T2" fmla="*/ 209 w 794"/>
              <a:gd name="T3" fmla="*/ 332 h 722"/>
              <a:gd name="T4" fmla="*/ 202 w 794"/>
              <a:gd name="T5" fmla="*/ 325 h 722"/>
              <a:gd name="T6" fmla="*/ 201 w 794"/>
              <a:gd name="T7" fmla="*/ 243 h 722"/>
              <a:gd name="T8" fmla="*/ 259 w 794"/>
              <a:gd name="T9" fmla="*/ 54 h 722"/>
              <a:gd name="T10" fmla="*/ 331 w 794"/>
              <a:gd name="T11" fmla="*/ 35 h 722"/>
              <a:gd name="T12" fmla="*/ 415 w 794"/>
              <a:gd name="T13" fmla="*/ 107 h 722"/>
              <a:gd name="T14" fmla="*/ 410 w 794"/>
              <a:gd name="T15" fmla="*/ 269 h 722"/>
              <a:gd name="T16" fmla="*/ 408 w 794"/>
              <a:gd name="T17" fmla="*/ 326 h 722"/>
              <a:gd name="T18" fmla="*/ 360 w 794"/>
              <a:gd name="T19" fmla="*/ 453 h 722"/>
              <a:gd name="T20" fmla="*/ 575 w 794"/>
              <a:gd name="T21" fmla="*/ 685 h 722"/>
              <a:gd name="T22" fmla="*/ 469 w 794"/>
              <a:gd name="T23" fmla="*/ 545 h 722"/>
              <a:gd name="T24" fmla="*/ 437 w 794"/>
              <a:gd name="T25" fmla="*/ 348 h 722"/>
              <a:gd name="T26" fmla="*/ 448 w 794"/>
              <a:gd name="T27" fmla="*/ 92 h 722"/>
              <a:gd name="T28" fmla="*/ 331 w 794"/>
              <a:gd name="T29" fmla="*/ 0 h 722"/>
              <a:gd name="T30" fmla="*/ 151 w 794"/>
              <a:gd name="T31" fmla="*/ 119 h 722"/>
              <a:gd name="T32" fmla="*/ 174 w 794"/>
              <a:gd name="T33" fmla="*/ 348 h 722"/>
              <a:gd name="T34" fmla="*/ 143 w 794"/>
              <a:gd name="T35" fmla="*/ 545 h 722"/>
              <a:gd name="T36" fmla="*/ 17 w 794"/>
              <a:gd name="T37" fmla="*/ 721 h 722"/>
              <a:gd name="T38" fmla="*/ 612 w 794"/>
              <a:gd name="T39" fmla="*/ 703 h 722"/>
              <a:gd name="T40" fmla="*/ 662 w 794"/>
              <a:gd name="T41" fmla="*/ 527 h 722"/>
              <a:gd name="T42" fmla="*/ 638 w 794"/>
              <a:gd name="T43" fmla="*/ 349 h 722"/>
              <a:gd name="T44" fmla="*/ 648 w 794"/>
              <a:gd name="T45" fmla="*/ 119 h 722"/>
              <a:gd name="T46" fmla="*/ 536 w 794"/>
              <a:gd name="T47" fmla="*/ 35 h 722"/>
              <a:gd name="T48" fmla="*/ 482 w 794"/>
              <a:gd name="T49" fmla="*/ 79 h 722"/>
              <a:gd name="T50" fmla="*/ 536 w 794"/>
              <a:gd name="T51" fmla="*/ 72 h 722"/>
              <a:gd name="T52" fmla="*/ 615 w 794"/>
              <a:gd name="T53" fmla="*/ 133 h 722"/>
              <a:gd name="T54" fmla="*/ 610 w 794"/>
              <a:gd name="T55" fmla="*/ 280 h 722"/>
              <a:gd name="T56" fmla="*/ 609 w 794"/>
              <a:gd name="T57" fmla="*/ 327 h 722"/>
              <a:gd name="T58" fmla="*/ 559 w 794"/>
              <a:gd name="T59" fmla="*/ 443 h 722"/>
              <a:gd name="T60" fmla="*/ 755 w 794"/>
              <a:gd name="T61" fmla="*/ 649 h 722"/>
              <a:gd name="T62" fmla="*/ 648 w 794"/>
              <a:gd name="T63" fmla="*/ 685 h 722"/>
              <a:gd name="T64" fmla="*/ 793 w 794"/>
              <a:gd name="T65" fmla="*/ 668 h 722"/>
            </a:gdLst>
            <a:ahLst/>
            <a:cxnLst/>
            <a:rect l="0" t="0" r="r" b="b"/>
            <a:pathLst>
              <a:path w="794" h="722">
                <a:moveTo>
                  <a:pt x="37" y="685"/>
                </a:moveTo>
                <a:cubicBezTo>
                  <a:pt x="45" y="623"/>
                  <a:pt x="100" y="598"/>
                  <a:pt x="153" y="579"/>
                </a:cubicBezTo>
                <a:cubicBezTo>
                  <a:pt x="189" y="570"/>
                  <a:pt x="252" y="533"/>
                  <a:pt x="252" y="453"/>
                </a:cubicBezTo>
                <a:cubicBezTo>
                  <a:pt x="252" y="384"/>
                  <a:pt x="224" y="350"/>
                  <a:pt x="209" y="332"/>
                </a:cubicBezTo>
                <a:cubicBezTo>
                  <a:pt x="207" y="330"/>
                  <a:pt x="205" y="328"/>
                  <a:pt x="204" y="326"/>
                </a:cubicBezTo>
                <a:cubicBezTo>
                  <a:pt x="203" y="326"/>
                  <a:pt x="202" y="326"/>
                  <a:pt x="202" y="325"/>
                </a:cubicBezTo>
                <a:cubicBezTo>
                  <a:pt x="201" y="322"/>
                  <a:pt x="194" y="306"/>
                  <a:pt x="203" y="267"/>
                </a:cubicBezTo>
                <a:cubicBezTo>
                  <a:pt x="205" y="259"/>
                  <a:pt x="204" y="251"/>
                  <a:pt x="201" y="243"/>
                </a:cubicBezTo>
                <a:cubicBezTo>
                  <a:pt x="192" y="224"/>
                  <a:pt x="168" y="171"/>
                  <a:pt x="184" y="133"/>
                </a:cubicBezTo>
                <a:cubicBezTo>
                  <a:pt x="206" y="80"/>
                  <a:pt x="225" y="69"/>
                  <a:pt x="259" y="54"/>
                </a:cubicBezTo>
                <a:cubicBezTo>
                  <a:pt x="261" y="53"/>
                  <a:pt x="263" y="53"/>
                  <a:pt x="264" y="51"/>
                </a:cubicBezTo>
                <a:cubicBezTo>
                  <a:pt x="274" y="46"/>
                  <a:pt x="302" y="35"/>
                  <a:pt x="331" y="35"/>
                </a:cubicBezTo>
                <a:cubicBezTo>
                  <a:pt x="347" y="35"/>
                  <a:pt x="361" y="39"/>
                  <a:pt x="372" y="45"/>
                </a:cubicBezTo>
                <a:cubicBezTo>
                  <a:pt x="385" y="51"/>
                  <a:pt x="397" y="65"/>
                  <a:pt x="415" y="107"/>
                </a:cubicBezTo>
                <a:cubicBezTo>
                  <a:pt x="440" y="165"/>
                  <a:pt x="434" y="216"/>
                  <a:pt x="416" y="239"/>
                </a:cubicBezTo>
                <a:cubicBezTo>
                  <a:pt x="410" y="248"/>
                  <a:pt x="408" y="259"/>
                  <a:pt x="410" y="269"/>
                </a:cubicBezTo>
                <a:cubicBezTo>
                  <a:pt x="419" y="305"/>
                  <a:pt x="412" y="320"/>
                  <a:pt x="411" y="323"/>
                </a:cubicBezTo>
                <a:cubicBezTo>
                  <a:pt x="410" y="324"/>
                  <a:pt x="409" y="325"/>
                  <a:pt x="408" y="326"/>
                </a:cubicBezTo>
                <a:cubicBezTo>
                  <a:pt x="407" y="328"/>
                  <a:pt x="405" y="330"/>
                  <a:pt x="403" y="332"/>
                </a:cubicBezTo>
                <a:cubicBezTo>
                  <a:pt x="388" y="350"/>
                  <a:pt x="360" y="384"/>
                  <a:pt x="360" y="453"/>
                </a:cubicBezTo>
                <a:cubicBezTo>
                  <a:pt x="360" y="533"/>
                  <a:pt x="423" y="570"/>
                  <a:pt x="459" y="579"/>
                </a:cubicBezTo>
                <a:cubicBezTo>
                  <a:pt x="511" y="598"/>
                  <a:pt x="567" y="623"/>
                  <a:pt x="575" y="685"/>
                </a:cubicBezTo>
                <a:lnTo>
                  <a:pt x="37" y="685"/>
                </a:lnTo>
                <a:close/>
                <a:moveTo>
                  <a:pt x="469" y="545"/>
                </a:moveTo>
                <a:cubicBezTo>
                  <a:pt x="469" y="545"/>
                  <a:pt x="396" y="528"/>
                  <a:pt x="396" y="453"/>
                </a:cubicBezTo>
                <a:cubicBezTo>
                  <a:pt x="396" y="387"/>
                  <a:pt x="426" y="363"/>
                  <a:pt x="437" y="348"/>
                </a:cubicBezTo>
                <a:cubicBezTo>
                  <a:pt x="437" y="348"/>
                  <a:pt x="461" y="327"/>
                  <a:pt x="445" y="261"/>
                </a:cubicBezTo>
                <a:cubicBezTo>
                  <a:pt x="472" y="224"/>
                  <a:pt x="477" y="160"/>
                  <a:pt x="448" y="92"/>
                </a:cubicBezTo>
                <a:cubicBezTo>
                  <a:pt x="430" y="50"/>
                  <a:pt x="414" y="27"/>
                  <a:pt x="389" y="13"/>
                </a:cubicBezTo>
                <a:cubicBezTo>
                  <a:pt x="371" y="3"/>
                  <a:pt x="351" y="0"/>
                  <a:pt x="331" y="0"/>
                </a:cubicBezTo>
                <a:cubicBezTo>
                  <a:pt x="294" y="0"/>
                  <a:pt x="259" y="12"/>
                  <a:pt x="245" y="21"/>
                </a:cubicBezTo>
                <a:cubicBezTo>
                  <a:pt x="204" y="39"/>
                  <a:pt x="177" y="56"/>
                  <a:pt x="151" y="119"/>
                </a:cubicBezTo>
                <a:cubicBezTo>
                  <a:pt x="130" y="170"/>
                  <a:pt x="155" y="229"/>
                  <a:pt x="168" y="259"/>
                </a:cubicBezTo>
                <a:cubicBezTo>
                  <a:pt x="152" y="325"/>
                  <a:pt x="174" y="348"/>
                  <a:pt x="174" y="348"/>
                </a:cubicBezTo>
                <a:cubicBezTo>
                  <a:pt x="186" y="363"/>
                  <a:pt x="216" y="387"/>
                  <a:pt x="216" y="453"/>
                </a:cubicBezTo>
                <a:cubicBezTo>
                  <a:pt x="216" y="528"/>
                  <a:pt x="143" y="545"/>
                  <a:pt x="143" y="545"/>
                </a:cubicBezTo>
                <a:cubicBezTo>
                  <a:pt x="96" y="562"/>
                  <a:pt x="0" y="595"/>
                  <a:pt x="0" y="703"/>
                </a:cubicBezTo>
                <a:cubicBezTo>
                  <a:pt x="0" y="703"/>
                  <a:pt x="0" y="721"/>
                  <a:pt x="17" y="721"/>
                </a:cubicBezTo>
                <a:lnTo>
                  <a:pt x="595" y="721"/>
                </a:lnTo>
                <a:cubicBezTo>
                  <a:pt x="612" y="721"/>
                  <a:pt x="612" y="703"/>
                  <a:pt x="612" y="703"/>
                </a:cubicBezTo>
                <a:cubicBezTo>
                  <a:pt x="612" y="595"/>
                  <a:pt x="516" y="562"/>
                  <a:pt x="469" y="545"/>
                </a:cubicBezTo>
                <a:close/>
                <a:moveTo>
                  <a:pt x="662" y="527"/>
                </a:moveTo>
                <a:cubicBezTo>
                  <a:pt x="662" y="527"/>
                  <a:pt x="595" y="511"/>
                  <a:pt x="595" y="443"/>
                </a:cubicBezTo>
                <a:cubicBezTo>
                  <a:pt x="595" y="384"/>
                  <a:pt x="627" y="363"/>
                  <a:pt x="638" y="349"/>
                </a:cubicBezTo>
                <a:cubicBezTo>
                  <a:pt x="638" y="349"/>
                  <a:pt x="660" y="330"/>
                  <a:pt x="645" y="270"/>
                </a:cubicBezTo>
                <a:cubicBezTo>
                  <a:pt x="669" y="238"/>
                  <a:pt x="675" y="181"/>
                  <a:pt x="648" y="119"/>
                </a:cubicBezTo>
                <a:cubicBezTo>
                  <a:pt x="632" y="81"/>
                  <a:pt x="612" y="60"/>
                  <a:pt x="590" y="48"/>
                </a:cubicBezTo>
                <a:cubicBezTo>
                  <a:pt x="573" y="39"/>
                  <a:pt x="554" y="35"/>
                  <a:pt x="536" y="35"/>
                </a:cubicBezTo>
                <a:cubicBezTo>
                  <a:pt x="510" y="35"/>
                  <a:pt x="484" y="43"/>
                  <a:pt x="468" y="50"/>
                </a:cubicBezTo>
                <a:cubicBezTo>
                  <a:pt x="472" y="59"/>
                  <a:pt x="477" y="68"/>
                  <a:pt x="482" y="79"/>
                </a:cubicBezTo>
                <a:cubicBezTo>
                  <a:pt x="482" y="80"/>
                  <a:pt x="482" y="81"/>
                  <a:pt x="483" y="83"/>
                </a:cubicBezTo>
                <a:cubicBezTo>
                  <a:pt x="493" y="79"/>
                  <a:pt x="513" y="72"/>
                  <a:pt x="536" y="72"/>
                </a:cubicBezTo>
                <a:cubicBezTo>
                  <a:pt x="551" y="72"/>
                  <a:pt x="563" y="74"/>
                  <a:pt x="572" y="80"/>
                </a:cubicBezTo>
                <a:cubicBezTo>
                  <a:pt x="584" y="86"/>
                  <a:pt x="600" y="98"/>
                  <a:pt x="615" y="133"/>
                </a:cubicBezTo>
                <a:cubicBezTo>
                  <a:pt x="637" y="184"/>
                  <a:pt x="631" y="228"/>
                  <a:pt x="616" y="249"/>
                </a:cubicBezTo>
                <a:cubicBezTo>
                  <a:pt x="610" y="258"/>
                  <a:pt x="608" y="269"/>
                  <a:pt x="610" y="280"/>
                </a:cubicBezTo>
                <a:cubicBezTo>
                  <a:pt x="617" y="309"/>
                  <a:pt x="612" y="322"/>
                  <a:pt x="611" y="324"/>
                </a:cubicBezTo>
                <a:cubicBezTo>
                  <a:pt x="610" y="326"/>
                  <a:pt x="609" y="326"/>
                  <a:pt x="609" y="327"/>
                </a:cubicBezTo>
                <a:cubicBezTo>
                  <a:pt x="608" y="328"/>
                  <a:pt x="606" y="331"/>
                  <a:pt x="604" y="333"/>
                </a:cubicBezTo>
                <a:cubicBezTo>
                  <a:pt x="588" y="350"/>
                  <a:pt x="559" y="381"/>
                  <a:pt x="559" y="443"/>
                </a:cubicBezTo>
                <a:cubicBezTo>
                  <a:pt x="559" y="518"/>
                  <a:pt x="619" y="552"/>
                  <a:pt x="652" y="561"/>
                </a:cubicBezTo>
                <a:cubicBezTo>
                  <a:pt x="699" y="577"/>
                  <a:pt x="746" y="598"/>
                  <a:pt x="755" y="649"/>
                </a:cubicBezTo>
                <a:lnTo>
                  <a:pt x="641" y="649"/>
                </a:lnTo>
                <a:cubicBezTo>
                  <a:pt x="644" y="660"/>
                  <a:pt x="647" y="672"/>
                  <a:pt x="648" y="685"/>
                </a:cubicBezTo>
                <a:lnTo>
                  <a:pt x="777" y="685"/>
                </a:lnTo>
                <a:cubicBezTo>
                  <a:pt x="793" y="685"/>
                  <a:pt x="793" y="668"/>
                  <a:pt x="793" y="668"/>
                </a:cubicBezTo>
                <a:cubicBezTo>
                  <a:pt x="793" y="571"/>
                  <a:pt x="705" y="541"/>
                  <a:pt x="662" y="5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521" name="Freeform 520">
            <a:extLst>
              <a:ext uri="{FF2B5EF4-FFF2-40B4-BE49-F238E27FC236}">
                <a16:creationId xmlns:a16="http://schemas.microsoft.com/office/drawing/2014/main" id="{9558091E-659F-4147-B772-9F1CA887A70B}"/>
              </a:ext>
            </a:extLst>
          </p:cNvPr>
          <p:cNvSpPr>
            <a:spLocks noGrp="1"/>
          </p:cNvSpPr>
          <p:nvPr/>
        </p:nvSpPr>
        <p:spPr>
          <a:xfrm>
            <a:off x="11993229" y="3199282"/>
            <a:ext cx="1049583" cy="1049583"/>
          </a:xfrm>
          <a:custGeom>
            <a:avLst/>
            <a:gdLst>
              <a:gd name="T0" fmla="*/ 804 w 843"/>
              <a:gd name="T1" fmla="*/ 192 h 844"/>
              <a:gd name="T2" fmla="*/ 498 w 843"/>
              <a:gd name="T3" fmla="*/ 192 h 844"/>
              <a:gd name="T4" fmla="*/ 479 w 843"/>
              <a:gd name="T5" fmla="*/ 211 h 844"/>
              <a:gd name="T6" fmla="*/ 498 w 843"/>
              <a:gd name="T7" fmla="*/ 230 h 844"/>
              <a:gd name="T8" fmla="*/ 804 w 843"/>
              <a:gd name="T9" fmla="*/ 230 h 844"/>
              <a:gd name="T10" fmla="*/ 804 w 843"/>
              <a:gd name="T11" fmla="*/ 306 h 844"/>
              <a:gd name="T12" fmla="*/ 498 w 843"/>
              <a:gd name="T13" fmla="*/ 306 h 844"/>
              <a:gd name="T14" fmla="*/ 479 w 843"/>
              <a:gd name="T15" fmla="*/ 326 h 844"/>
              <a:gd name="T16" fmla="*/ 498 w 843"/>
              <a:gd name="T17" fmla="*/ 345 h 844"/>
              <a:gd name="T18" fmla="*/ 727 w 843"/>
              <a:gd name="T19" fmla="*/ 345 h 844"/>
              <a:gd name="T20" fmla="*/ 727 w 843"/>
              <a:gd name="T21" fmla="*/ 804 h 844"/>
              <a:gd name="T22" fmla="*/ 115 w 843"/>
              <a:gd name="T23" fmla="*/ 804 h 844"/>
              <a:gd name="T24" fmla="*/ 115 w 843"/>
              <a:gd name="T25" fmla="*/ 345 h 844"/>
              <a:gd name="T26" fmla="*/ 345 w 843"/>
              <a:gd name="T27" fmla="*/ 345 h 844"/>
              <a:gd name="T28" fmla="*/ 364 w 843"/>
              <a:gd name="T29" fmla="*/ 326 h 844"/>
              <a:gd name="T30" fmla="*/ 345 w 843"/>
              <a:gd name="T31" fmla="*/ 306 h 844"/>
              <a:gd name="T32" fmla="*/ 39 w 843"/>
              <a:gd name="T33" fmla="*/ 306 h 844"/>
              <a:gd name="T34" fmla="*/ 39 w 843"/>
              <a:gd name="T35" fmla="*/ 230 h 844"/>
              <a:gd name="T36" fmla="*/ 345 w 843"/>
              <a:gd name="T37" fmla="*/ 230 h 844"/>
              <a:gd name="T38" fmla="*/ 364 w 843"/>
              <a:gd name="T39" fmla="*/ 211 h 844"/>
              <a:gd name="T40" fmla="*/ 345 w 843"/>
              <a:gd name="T41" fmla="*/ 192 h 844"/>
              <a:gd name="T42" fmla="*/ 39 w 843"/>
              <a:gd name="T43" fmla="*/ 192 h 844"/>
              <a:gd name="T44" fmla="*/ 0 w 843"/>
              <a:gd name="T45" fmla="*/ 230 h 844"/>
              <a:gd name="T46" fmla="*/ 0 w 843"/>
              <a:gd name="T47" fmla="*/ 306 h 844"/>
              <a:gd name="T48" fmla="*/ 39 w 843"/>
              <a:gd name="T49" fmla="*/ 345 h 844"/>
              <a:gd name="T50" fmla="*/ 76 w 843"/>
              <a:gd name="T51" fmla="*/ 345 h 844"/>
              <a:gd name="T52" fmla="*/ 76 w 843"/>
              <a:gd name="T53" fmla="*/ 804 h 844"/>
              <a:gd name="T54" fmla="*/ 115 w 843"/>
              <a:gd name="T55" fmla="*/ 843 h 844"/>
              <a:gd name="T56" fmla="*/ 727 w 843"/>
              <a:gd name="T57" fmla="*/ 843 h 844"/>
              <a:gd name="T58" fmla="*/ 766 w 843"/>
              <a:gd name="T59" fmla="*/ 804 h 844"/>
              <a:gd name="T60" fmla="*/ 766 w 843"/>
              <a:gd name="T61" fmla="*/ 345 h 844"/>
              <a:gd name="T62" fmla="*/ 804 w 843"/>
              <a:gd name="T63" fmla="*/ 345 h 844"/>
              <a:gd name="T64" fmla="*/ 842 w 843"/>
              <a:gd name="T65" fmla="*/ 306 h 844"/>
              <a:gd name="T66" fmla="*/ 842 w 843"/>
              <a:gd name="T67" fmla="*/ 230 h 844"/>
              <a:gd name="T68" fmla="*/ 804 w 843"/>
              <a:gd name="T69" fmla="*/ 192 h 844"/>
              <a:gd name="T70" fmla="*/ 306 w 843"/>
              <a:gd name="T71" fmla="*/ 460 h 844"/>
              <a:gd name="T72" fmla="*/ 287 w 843"/>
              <a:gd name="T73" fmla="*/ 479 h 844"/>
              <a:gd name="T74" fmla="*/ 293 w 843"/>
              <a:gd name="T75" fmla="*/ 492 h 844"/>
              <a:gd name="T76" fmla="*/ 408 w 843"/>
              <a:gd name="T77" fmla="*/ 607 h 844"/>
              <a:gd name="T78" fmla="*/ 421 w 843"/>
              <a:gd name="T79" fmla="*/ 613 h 844"/>
              <a:gd name="T80" fmla="*/ 435 w 843"/>
              <a:gd name="T81" fmla="*/ 607 h 844"/>
              <a:gd name="T82" fmla="*/ 550 w 843"/>
              <a:gd name="T83" fmla="*/ 492 h 844"/>
              <a:gd name="T84" fmla="*/ 555 w 843"/>
              <a:gd name="T85" fmla="*/ 479 h 844"/>
              <a:gd name="T86" fmla="*/ 536 w 843"/>
              <a:gd name="T87" fmla="*/ 460 h 844"/>
              <a:gd name="T88" fmla="*/ 522 w 843"/>
              <a:gd name="T89" fmla="*/ 465 h 844"/>
              <a:gd name="T90" fmla="*/ 440 w 843"/>
              <a:gd name="T91" fmla="*/ 547 h 844"/>
              <a:gd name="T92" fmla="*/ 440 w 843"/>
              <a:gd name="T93" fmla="*/ 19 h 844"/>
              <a:gd name="T94" fmla="*/ 421 w 843"/>
              <a:gd name="T95" fmla="*/ 0 h 844"/>
              <a:gd name="T96" fmla="*/ 402 w 843"/>
              <a:gd name="T97" fmla="*/ 19 h 844"/>
              <a:gd name="T98" fmla="*/ 402 w 843"/>
              <a:gd name="T99" fmla="*/ 547 h 844"/>
              <a:gd name="T100" fmla="*/ 320 w 843"/>
              <a:gd name="T101" fmla="*/ 465 h 844"/>
              <a:gd name="T102" fmla="*/ 306 w 843"/>
              <a:gd name="T103" fmla="*/ 460 h 844"/>
            </a:gdLst>
            <a:ahLst/>
            <a:cxnLst/>
            <a:rect l="0" t="0" r="r" b="b"/>
            <a:pathLst>
              <a:path w="843" h="844">
                <a:moveTo>
                  <a:pt x="804" y="192"/>
                </a:moveTo>
                <a:lnTo>
                  <a:pt x="498" y="192"/>
                </a:lnTo>
                <a:cubicBezTo>
                  <a:pt x="488" y="192"/>
                  <a:pt x="479" y="200"/>
                  <a:pt x="479" y="211"/>
                </a:cubicBezTo>
                <a:cubicBezTo>
                  <a:pt x="479" y="221"/>
                  <a:pt x="488" y="230"/>
                  <a:pt x="498" y="230"/>
                </a:cubicBezTo>
                <a:lnTo>
                  <a:pt x="804" y="230"/>
                </a:lnTo>
                <a:lnTo>
                  <a:pt x="804" y="306"/>
                </a:lnTo>
                <a:lnTo>
                  <a:pt x="498" y="306"/>
                </a:lnTo>
                <a:cubicBezTo>
                  <a:pt x="488" y="306"/>
                  <a:pt x="479" y="315"/>
                  <a:pt x="479" y="326"/>
                </a:cubicBezTo>
                <a:cubicBezTo>
                  <a:pt x="479" y="336"/>
                  <a:pt x="488" y="345"/>
                  <a:pt x="498" y="345"/>
                </a:cubicBezTo>
                <a:lnTo>
                  <a:pt x="727" y="345"/>
                </a:lnTo>
                <a:lnTo>
                  <a:pt x="727" y="804"/>
                </a:lnTo>
                <a:lnTo>
                  <a:pt x="115" y="804"/>
                </a:lnTo>
                <a:lnTo>
                  <a:pt x="115" y="345"/>
                </a:lnTo>
                <a:lnTo>
                  <a:pt x="345" y="345"/>
                </a:lnTo>
                <a:cubicBezTo>
                  <a:pt x="355" y="345"/>
                  <a:pt x="364" y="336"/>
                  <a:pt x="364" y="326"/>
                </a:cubicBezTo>
                <a:cubicBezTo>
                  <a:pt x="364" y="315"/>
                  <a:pt x="355" y="306"/>
                  <a:pt x="345" y="306"/>
                </a:cubicBezTo>
                <a:lnTo>
                  <a:pt x="39" y="306"/>
                </a:lnTo>
                <a:lnTo>
                  <a:pt x="39" y="230"/>
                </a:lnTo>
                <a:lnTo>
                  <a:pt x="345" y="230"/>
                </a:lnTo>
                <a:cubicBezTo>
                  <a:pt x="355" y="230"/>
                  <a:pt x="364" y="221"/>
                  <a:pt x="364" y="211"/>
                </a:cubicBezTo>
                <a:cubicBezTo>
                  <a:pt x="364" y="200"/>
                  <a:pt x="355" y="192"/>
                  <a:pt x="345" y="192"/>
                </a:cubicBezTo>
                <a:lnTo>
                  <a:pt x="39" y="192"/>
                </a:lnTo>
                <a:cubicBezTo>
                  <a:pt x="17" y="192"/>
                  <a:pt x="0" y="209"/>
                  <a:pt x="0" y="230"/>
                </a:cubicBezTo>
                <a:lnTo>
                  <a:pt x="0" y="306"/>
                </a:lnTo>
                <a:cubicBezTo>
                  <a:pt x="0" y="327"/>
                  <a:pt x="17" y="345"/>
                  <a:pt x="39" y="345"/>
                </a:cubicBezTo>
                <a:lnTo>
                  <a:pt x="76" y="345"/>
                </a:lnTo>
                <a:lnTo>
                  <a:pt x="76" y="804"/>
                </a:lnTo>
                <a:cubicBezTo>
                  <a:pt x="76" y="825"/>
                  <a:pt x="94" y="843"/>
                  <a:pt x="115" y="843"/>
                </a:cubicBezTo>
                <a:lnTo>
                  <a:pt x="727" y="843"/>
                </a:lnTo>
                <a:cubicBezTo>
                  <a:pt x="748" y="843"/>
                  <a:pt x="766" y="825"/>
                  <a:pt x="766" y="804"/>
                </a:cubicBezTo>
                <a:lnTo>
                  <a:pt x="766" y="345"/>
                </a:lnTo>
                <a:lnTo>
                  <a:pt x="804" y="345"/>
                </a:lnTo>
                <a:cubicBezTo>
                  <a:pt x="825" y="345"/>
                  <a:pt x="842" y="327"/>
                  <a:pt x="842" y="306"/>
                </a:cubicBezTo>
                <a:lnTo>
                  <a:pt x="842" y="230"/>
                </a:lnTo>
                <a:cubicBezTo>
                  <a:pt x="842" y="209"/>
                  <a:pt x="825" y="192"/>
                  <a:pt x="804" y="192"/>
                </a:cubicBezTo>
                <a:close/>
                <a:moveTo>
                  <a:pt x="306" y="460"/>
                </a:moveTo>
                <a:cubicBezTo>
                  <a:pt x="296" y="460"/>
                  <a:pt x="287" y="468"/>
                  <a:pt x="287" y="479"/>
                </a:cubicBezTo>
                <a:cubicBezTo>
                  <a:pt x="287" y="484"/>
                  <a:pt x="289" y="489"/>
                  <a:pt x="293" y="492"/>
                </a:cubicBezTo>
                <a:lnTo>
                  <a:pt x="408" y="607"/>
                </a:lnTo>
                <a:cubicBezTo>
                  <a:pt x="411" y="611"/>
                  <a:pt x="416" y="613"/>
                  <a:pt x="421" y="613"/>
                </a:cubicBezTo>
                <a:cubicBezTo>
                  <a:pt x="426" y="613"/>
                  <a:pt x="431" y="611"/>
                  <a:pt x="435" y="607"/>
                </a:cubicBezTo>
                <a:lnTo>
                  <a:pt x="550" y="492"/>
                </a:lnTo>
                <a:cubicBezTo>
                  <a:pt x="553" y="489"/>
                  <a:pt x="555" y="484"/>
                  <a:pt x="555" y="479"/>
                </a:cubicBezTo>
                <a:cubicBezTo>
                  <a:pt x="555" y="468"/>
                  <a:pt x="547" y="460"/>
                  <a:pt x="536" y="460"/>
                </a:cubicBezTo>
                <a:cubicBezTo>
                  <a:pt x="531" y="460"/>
                  <a:pt x="526" y="462"/>
                  <a:pt x="522" y="465"/>
                </a:cubicBezTo>
                <a:lnTo>
                  <a:pt x="440" y="547"/>
                </a:lnTo>
                <a:lnTo>
                  <a:pt x="440" y="19"/>
                </a:lnTo>
                <a:cubicBezTo>
                  <a:pt x="440" y="9"/>
                  <a:pt x="432" y="0"/>
                  <a:pt x="421" y="0"/>
                </a:cubicBezTo>
                <a:cubicBezTo>
                  <a:pt x="410" y="0"/>
                  <a:pt x="402" y="9"/>
                  <a:pt x="402" y="19"/>
                </a:cubicBezTo>
                <a:lnTo>
                  <a:pt x="402" y="547"/>
                </a:lnTo>
                <a:lnTo>
                  <a:pt x="320" y="465"/>
                </a:lnTo>
                <a:cubicBezTo>
                  <a:pt x="316" y="462"/>
                  <a:pt x="312" y="460"/>
                  <a:pt x="306" y="46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522" name="Freeform 521">
            <a:extLst>
              <a:ext uri="{FF2B5EF4-FFF2-40B4-BE49-F238E27FC236}">
                <a16:creationId xmlns:a16="http://schemas.microsoft.com/office/drawing/2014/main" id="{61825047-AC67-40AC-9AAD-323ED8904591}"/>
              </a:ext>
            </a:extLst>
          </p:cNvPr>
          <p:cNvSpPr>
            <a:spLocks noGrp="1"/>
          </p:cNvSpPr>
          <p:nvPr/>
        </p:nvSpPr>
        <p:spPr>
          <a:xfrm>
            <a:off x="11004094" y="9864952"/>
            <a:ext cx="901212" cy="901212"/>
          </a:xfrm>
          <a:custGeom>
            <a:avLst/>
            <a:gdLst>
              <a:gd name="T0" fmla="*/ 560 w 723"/>
              <a:gd name="T1" fmla="*/ 476 h 723"/>
              <a:gd name="T2" fmla="*/ 588 w 723"/>
              <a:gd name="T3" fmla="*/ 492 h 723"/>
              <a:gd name="T4" fmla="*/ 361 w 723"/>
              <a:gd name="T5" fmla="*/ 394 h 723"/>
              <a:gd name="T6" fmla="*/ 361 w 723"/>
              <a:gd name="T7" fmla="*/ 328 h 723"/>
              <a:gd name="T8" fmla="*/ 361 w 723"/>
              <a:gd name="T9" fmla="*/ 394 h 723"/>
              <a:gd name="T10" fmla="*/ 424 w 723"/>
              <a:gd name="T11" fmla="*/ 344 h 723"/>
              <a:gd name="T12" fmla="*/ 377 w 723"/>
              <a:gd name="T13" fmla="*/ 115 h 723"/>
              <a:gd name="T14" fmla="*/ 345 w 723"/>
              <a:gd name="T15" fmla="*/ 115 h 723"/>
              <a:gd name="T16" fmla="*/ 295 w 723"/>
              <a:gd name="T17" fmla="*/ 361 h 723"/>
              <a:gd name="T18" fmla="*/ 424 w 723"/>
              <a:gd name="T19" fmla="*/ 377 h 723"/>
              <a:gd name="T20" fmla="*/ 525 w 723"/>
              <a:gd name="T21" fmla="*/ 361 h 723"/>
              <a:gd name="T22" fmla="*/ 607 w 723"/>
              <a:gd name="T23" fmla="*/ 344 h 723"/>
              <a:gd name="T24" fmla="*/ 607 w 723"/>
              <a:gd name="T25" fmla="*/ 377 h 723"/>
              <a:gd name="T26" fmla="*/ 607 w 723"/>
              <a:gd name="T27" fmla="*/ 344 h 723"/>
              <a:gd name="T28" fmla="*/ 33 w 723"/>
              <a:gd name="T29" fmla="*/ 361 h 723"/>
              <a:gd name="T30" fmla="*/ 689 w 723"/>
              <a:gd name="T31" fmla="*/ 361 h 723"/>
              <a:gd name="T32" fmla="*/ 361 w 723"/>
              <a:gd name="T33" fmla="*/ 0 h 723"/>
              <a:gd name="T34" fmla="*/ 361 w 723"/>
              <a:gd name="T35" fmla="*/ 722 h 723"/>
              <a:gd name="T36" fmla="*/ 361 w 723"/>
              <a:gd name="T37" fmla="*/ 0 h 723"/>
              <a:gd name="T38" fmla="*/ 560 w 723"/>
              <a:gd name="T39" fmla="*/ 246 h 723"/>
              <a:gd name="T40" fmla="*/ 588 w 723"/>
              <a:gd name="T41" fmla="*/ 230 h 723"/>
              <a:gd name="T42" fmla="*/ 476 w 723"/>
              <a:gd name="T43" fmla="*/ 560 h 723"/>
              <a:gd name="T44" fmla="*/ 492 w 723"/>
              <a:gd name="T45" fmla="*/ 588 h 723"/>
              <a:gd name="T46" fmla="*/ 476 w 723"/>
              <a:gd name="T47" fmla="*/ 560 h 723"/>
              <a:gd name="T48" fmla="*/ 98 w 723"/>
              <a:gd name="T49" fmla="*/ 361 h 723"/>
              <a:gd name="T50" fmla="*/ 131 w 723"/>
              <a:gd name="T51" fmla="*/ 361 h 723"/>
              <a:gd name="T52" fmla="*/ 140 w 723"/>
              <a:gd name="T53" fmla="*/ 469 h 723"/>
              <a:gd name="T54" fmla="*/ 157 w 723"/>
              <a:gd name="T55" fmla="*/ 498 h 723"/>
              <a:gd name="T56" fmla="*/ 140 w 723"/>
              <a:gd name="T57" fmla="*/ 469 h 723"/>
              <a:gd name="T58" fmla="*/ 498 w 723"/>
              <a:gd name="T59" fmla="*/ 156 h 723"/>
              <a:gd name="T60" fmla="*/ 470 w 723"/>
              <a:gd name="T61" fmla="*/ 139 h 723"/>
              <a:gd name="T62" fmla="*/ 157 w 723"/>
              <a:gd name="T63" fmla="*/ 224 h 723"/>
              <a:gd name="T64" fmla="*/ 140 w 723"/>
              <a:gd name="T65" fmla="*/ 252 h 723"/>
              <a:gd name="T66" fmla="*/ 157 w 723"/>
              <a:gd name="T67" fmla="*/ 224 h 723"/>
              <a:gd name="T68" fmla="*/ 345 w 723"/>
              <a:gd name="T69" fmla="*/ 607 h 723"/>
              <a:gd name="T70" fmla="*/ 377 w 723"/>
              <a:gd name="T71" fmla="*/ 607 h 723"/>
              <a:gd name="T72" fmla="*/ 246 w 723"/>
              <a:gd name="T73" fmla="*/ 560 h 723"/>
              <a:gd name="T74" fmla="*/ 230 w 723"/>
              <a:gd name="T75" fmla="*/ 588 h 723"/>
              <a:gd name="T76" fmla="*/ 246 w 723"/>
              <a:gd name="T77" fmla="*/ 560 h 723"/>
              <a:gd name="T78" fmla="*/ 224 w 723"/>
              <a:gd name="T79" fmla="*/ 156 h 723"/>
              <a:gd name="T80" fmla="*/ 252 w 723"/>
              <a:gd name="T81" fmla="*/ 139 h 723"/>
            </a:gdLst>
            <a:ahLst/>
            <a:cxnLst/>
            <a:rect l="0" t="0" r="r" b="b"/>
            <a:pathLst>
              <a:path w="723" h="723">
                <a:moveTo>
                  <a:pt x="582" y="469"/>
                </a:moveTo>
                <a:cubicBezTo>
                  <a:pt x="575" y="465"/>
                  <a:pt x="565" y="468"/>
                  <a:pt x="560" y="476"/>
                </a:cubicBezTo>
                <a:cubicBezTo>
                  <a:pt x="555" y="484"/>
                  <a:pt x="558" y="493"/>
                  <a:pt x="566" y="498"/>
                </a:cubicBezTo>
                <a:cubicBezTo>
                  <a:pt x="573" y="503"/>
                  <a:pt x="584" y="500"/>
                  <a:pt x="588" y="492"/>
                </a:cubicBezTo>
                <a:cubicBezTo>
                  <a:pt x="593" y="484"/>
                  <a:pt x="590" y="474"/>
                  <a:pt x="582" y="469"/>
                </a:cubicBezTo>
                <a:close/>
                <a:moveTo>
                  <a:pt x="361" y="394"/>
                </a:moveTo>
                <a:cubicBezTo>
                  <a:pt x="343" y="394"/>
                  <a:pt x="328" y="379"/>
                  <a:pt x="328" y="361"/>
                </a:cubicBezTo>
                <a:cubicBezTo>
                  <a:pt x="328" y="343"/>
                  <a:pt x="343" y="328"/>
                  <a:pt x="361" y="328"/>
                </a:cubicBezTo>
                <a:cubicBezTo>
                  <a:pt x="379" y="328"/>
                  <a:pt x="394" y="343"/>
                  <a:pt x="394" y="361"/>
                </a:cubicBezTo>
                <a:cubicBezTo>
                  <a:pt x="394" y="379"/>
                  <a:pt x="379" y="394"/>
                  <a:pt x="361" y="394"/>
                </a:cubicBezTo>
                <a:close/>
                <a:moveTo>
                  <a:pt x="509" y="344"/>
                </a:moveTo>
                <a:lnTo>
                  <a:pt x="424" y="344"/>
                </a:lnTo>
                <a:cubicBezTo>
                  <a:pt x="418" y="322"/>
                  <a:pt x="400" y="303"/>
                  <a:pt x="377" y="298"/>
                </a:cubicBezTo>
                <a:lnTo>
                  <a:pt x="377" y="115"/>
                </a:lnTo>
                <a:cubicBezTo>
                  <a:pt x="377" y="106"/>
                  <a:pt x="370" y="98"/>
                  <a:pt x="361" y="98"/>
                </a:cubicBezTo>
                <a:cubicBezTo>
                  <a:pt x="352" y="98"/>
                  <a:pt x="345" y="106"/>
                  <a:pt x="345" y="115"/>
                </a:cubicBezTo>
                <a:lnTo>
                  <a:pt x="345" y="298"/>
                </a:lnTo>
                <a:cubicBezTo>
                  <a:pt x="317" y="305"/>
                  <a:pt x="295" y="330"/>
                  <a:pt x="295" y="361"/>
                </a:cubicBezTo>
                <a:cubicBezTo>
                  <a:pt x="295" y="397"/>
                  <a:pt x="325" y="426"/>
                  <a:pt x="361" y="426"/>
                </a:cubicBezTo>
                <a:cubicBezTo>
                  <a:pt x="392" y="426"/>
                  <a:pt x="417" y="405"/>
                  <a:pt x="424" y="377"/>
                </a:cubicBezTo>
                <a:lnTo>
                  <a:pt x="509" y="377"/>
                </a:lnTo>
                <a:cubicBezTo>
                  <a:pt x="518" y="377"/>
                  <a:pt x="525" y="370"/>
                  <a:pt x="525" y="361"/>
                </a:cubicBezTo>
                <a:cubicBezTo>
                  <a:pt x="525" y="352"/>
                  <a:pt x="518" y="344"/>
                  <a:pt x="509" y="344"/>
                </a:cubicBezTo>
                <a:close/>
                <a:moveTo>
                  <a:pt x="607" y="344"/>
                </a:moveTo>
                <a:cubicBezTo>
                  <a:pt x="598" y="344"/>
                  <a:pt x="591" y="352"/>
                  <a:pt x="591" y="361"/>
                </a:cubicBezTo>
                <a:cubicBezTo>
                  <a:pt x="591" y="370"/>
                  <a:pt x="598" y="377"/>
                  <a:pt x="607" y="377"/>
                </a:cubicBezTo>
                <a:cubicBezTo>
                  <a:pt x="617" y="377"/>
                  <a:pt x="624" y="370"/>
                  <a:pt x="624" y="361"/>
                </a:cubicBezTo>
                <a:cubicBezTo>
                  <a:pt x="624" y="352"/>
                  <a:pt x="617" y="344"/>
                  <a:pt x="607" y="344"/>
                </a:cubicBezTo>
                <a:close/>
                <a:moveTo>
                  <a:pt x="361" y="689"/>
                </a:moveTo>
                <a:cubicBezTo>
                  <a:pt x="180" y="689"/>
                  <a:pt x="33" y="542"/>
                  <a:pt x="33" y="361"/>
                </a:cubicBezTo>
                <a:cubicBezTo>
                  <a:pt x="33" y="180"/>
                  <a:pt x="180" y="33"/>
                  <a:pt x="361" y="33"/>
                </a:cubicBezTo>
                <a:cubicBezTo>
                  <a:pt x="543" y="33"/>
                  <a:pt x="689" y="180"/>
                  <a:pt x="689" y="361"/>
                </a:cubicBezTo>
                <a:cubicBezTo>
                  <a:pt x="689" y="542"/>
                  <a:pt x="543" y="689"/>
                  <a:pt x="361" y="689"/>
                </a:cubicBezTo>
                <a:close/>
                <a:moveTo>
                  <a:pt x="361" y="0"/>
                </a:moveTo>
                <a:cubicBezTo>
                  <a:pt x="162" y="0"/>
                  <a:pt x="0" y="161"/>
                  <a:pt x="0" y="361"/>
                </a:cubicBezTo>
                <a:cubicBezTo>
                  <a:pt x="0" y="560"/>
                  <a:pt x="162" y="722"/>
                  <a:pt x="361" y="722"/>
                </a:cubicBezTo>
                <a:cubicBezTo>
                  <a:pt x="560" y="722"/>
                  <a:pt x="722" y="560"/>
                  <a:pt x="722" y="361"/>
                </a:cubicBezTo>
                <a:cubicBezTo>
                  <a:pt x="722" y="161"/>
                  <a:pt x="560" y="0"/>
                  <a:pt x="361" y="0"/>
                </a:cubicBezTo>
                <a:close/>
                <a:moveTo>
                  <a:pt x="566" y="224"/>
                </a:moveTo>
                <a:cubicBezTo>
                  <a:pt x="558" y="228"/>
                  <a:pt x="555" y="238"/>
                  <a:pt x="560" y="246"/>
                </a:cubicBezTo>
                <a:cubicBezTo>
                  <a:pt x="565" y="254"/>
                  <a:pt x="575" y="257"/>
                  <a:pt x="582" y="252"/>
                </a:cubicBezTo>
                <a:cubicBezTo>
                  <a:pt x="590" y="248"/>
                  <a:pt x="593" y="237"/>
                  <a:pt x="588" y="230"/>
                </a:cubicBezTo>
                <a:cubicBezTo>
                  <a:pt x="584" y="222"/>
                  <a:pt x="573" y="219"/>
                  <a:pt x="566" y="224"/>
                </a:cubicBezTo>
                <a:close/>
                <a:moveTo>
                  <a:pt x="476" y="560"/>
                </a:moveTo>
                <a:cubicBezTo>
                  <a:pt x="468" y="565"/>
                  <a:pt x="465" y="574"/>
                  <a:pt x="470" y="582"/>
                </a:cubicBezTo>
                <a:cubicBezTo>
                  <a:pt x="475" y="590"/>
                  <a:pt x="484" y="593"/>
                  <a:pt x="492" y="588"/>
                </a:cubicBezTo>
                <a:cubicBezTo>
                  <a:pt x="500" y="583"/>
                  <a:pt x="503" y="573"/>
                  <a:pt x="498" y="566"/>
                </a:cubicBezTo>
                <a:cubicBezTo>
                  <a:pt x="494" y="558"/>
                  <a:pt x="484" y="555"/>
                  <a:pt x="476" y="560"/>
                </a:cubicBezTo>
                <a:close/>
                <a:moveTo>
                  <a:pt x="115" y="344"/>
                </a:moveTo>
                <a:cubicBezTo>
                  <a:pt x="106" y="344"/>
                  <a:pt x="98" y="352"/>
                  <a:pt x="98" y="361"/>
                </a:cubicBezTo>
                <a:cubicBezTo>
                  <a:pt x="98" y="370"/>
                  <a:pt x="106" y="377"/>
                  <a:pt x="115" y="377"/>
                </a:cubicBezTo>
                <a:cubicBezTo>
                  <a:pt x="124" y="377"/>
                  <a:pt x="131" y="370"/>
                  <a:pt x="131" y="361"/>
                </a:cubicBezTo>
                <a:cubicBezTo>
                  <a:pt x="131" y="352"/>
                  <a:pt x="124" y="344"/>
                  <a:pt x="115" y="344"/>
                </a:cubicBezTo>
                <a:close/>
                <a:moveTo>
                  <a:pt x="140" y="469"/>
                </a:moveTo>
                <a:cubicBezTo>
                  <a:pt x="132" y="474"/>
                  <a:pt x="129" y="484"/>
                  <a:pt x="134" y="492"/>
                </a:cubicBezTo>
                <a:cubicBezTo>
                  <a:pt x="138" y="500"/>
                  <a:pt x="148" y="503"/>
                  <a:pt x="157" y="498"/>
                </a:cubicBezTo>
                <a:cubicBezTo>
                  <a:pt x="164" y="493"/>
                  <a:pt x="167" y="484"/>
                  <a:pt x="162" y="476"/>
                </a:cubicBezTo>
                <a:cubicBezTo>
                  <a:pt x="158" y="468"/>
                  <a:pt x="148" y="465"/>
                  <a:pt x="140" y="469"/>
                </a:cubicBezTo>
                <a:close/>
                <a:moveTo>
                  <a:pt x="476" y="162"/>
                </a:moveTo>
                <a:cubicBezTo>
                  <a:pt x="484" y="166"/>
                  <a:pt x="494" y="164"/>
                  <a:pt x="498" y="156"/>
                </a:cubicBezTo>
                <a:cubicBezTo>
                  <a:pt x="503" y="148"/>
                  <a:pt x="500" y="138"/>
                  <a:pt x="492" y="133"/>
                </a:cubicBezTo>
                <a:cubicBezTo>
                  <a:pt x="484" y="129"/>
                  <a:pt x="475" y="131"/>
                  <a:pt x="470" y="139"/>
                </a:cubicBezTo>
                <a:cubicBezTo>
                  <a:pt x="465" y="147"/>
                  <a:pt x="468" y="158"/>
                  <a:pt x="476" y="162"/>
                </a:cubicBezTo>
                <a:close/>
                <a:moveTo>
                  <a:pt x="157" y="224"/>
                </a:moveTo>
                <a:cubicBezTo>
                  <a:pt x="148" y="219"/>
                  <a:pt x="138" y="222"/>
                  <a:pt x="134" y="230"/>
                </a:cubicBezTo>
                <a:cubicBezTo>
                  <a:pt x="129" y="237"/>
                  <a:pt x="132" y="248"/>
                  <a:pt x="140" y="252"/>
                </a:cubicBezTo>
                <a:cubicBezTo>
                  <a:pt x="148" y="257"/>
                  <a:pt x="158" y="254"/>
                  <a:pt x="162" y="246"/>
                </a:cubicBezTo>
                <a:cubicBezTo>
                  <a:pt x="167" y="238"/>
                  <a:pt x="164" y="228"/>
                  <a:pt x="157" y="224"/>
                </a:cubicBezTo>
                <a:close/>
                <a:moveTo>
                  <a:pt x="361" y="591"/>
                </a:moveTo>
                <a:cubicBezTo>
                  <a:pt x="352" y="591"/>
                  <a:pt x="345" y="598"/>
                  <a:pt x="345" y="607"/>
                </a:cubicBezTo>
                <a:cubicBezTo>
                  <a:pt x="345" y="616"/>
                  <a:pt x="352" y="623"/>
                  <a:pt x="361" y="623"/>
                </a:cubicBezTo>
                <a:cubicBezTo>
                  <a:pt x="370" y="623"/>
                  <a:pt x="377" y="616"/>
                  <a:pt x="377" y="607"/>
                </a:cubicBezTo>
                <a:cubicBezTo>
                  <a:pt x="377" y="598"/>
                  <a:pt x="370" y="591"/>
                  <a:pt x="361" y="591"/>
                </a:cubicBezTo>
                <a:close/>
                <a:moveTo>
                  <a:pt x="246" y="560"/>
                </a:moveTo>
                <a:cubicBezTo>
                  <a:pt x="239" y="555"/>
                  <a:pt x="229" y="558"/>
                  <a:pt x="224" y="566"/>
                </a:cubicBezTo>
                <a:cubicBezTo>
                  <a:pt x="220" y="573"/>
                  <a:pt x="222" y="583"/>
                  <a:pt x="230" y="588"/>
                </a:cubicBezTo>
                <a:cubicBezTo>
                  <a:pt x="238" y="593"/>
                  <a:pt x="248" y="590"/>
                  <a:pt x="252" y="582"/>
                </a:cubicBezTo>
                <a:cubicBezTo>
                  <a:pt x="257" y="574"/>
                  <a:pt x="254" y="565"/>
                  <a:pt x="246" y="560"/>
                </a:cubicBezTo>
                <a:close/>
                <a:moveTo>
                  <a:pt x="230" y="133"/>
                </a:moveTo>
                <a:cubicBezTo>
                  <a:pt x="222" y="138"/>
                  <a:pt x="220" y="148"/>
                  <a:pt x="224" y="156"/>
                </a:cubicBezTo>
                <a:cubicBezTo>
                  <a:pt x="229" y="164"/>
                  <a:pt x="239" y="166"/>
                  <a:pt x="246" y="162"/>
                </a:cubicBezTo>
                <a:cubicBezTo>
                  <a:pt x="254" y="158"/>
                  <a:pt x="257" y="147"/>
                  <a:pt x="252" y="139"/>
                </a:cubicBezTo>
                <a:cubicBezTo>
                  <a:pt x="248" y="131"/>
                  <a:pt x="238" y="129"/>
                  <a:pt x="230" y="1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>
              <a:latin typeface="Poppins"/>
              <a:ea typeface="Poppins"/>
              <a:cs typeface="Poppin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6C4DC6-3D78-4DF8-B0F7-556B82046B2F}"/>
              </a:ext>
            </a:extLst>
          </p:cNvPr>
          <p:cNvSpPr>
            <a:spLocks noGrp="1"/>
          </p:cNvSpPr>
          <p:nvPr/>
        </p:nvSpPr>
        <p:spPr>
          <a:xfrm>
            <a:off x="116914" y="29500"/>
            <a:ext cx="5991064" cy="1127873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ts val="8880"/>
              </a:lnSpc>
              <a:buNone/>
            </a:pPr>
            <a:r>
              <a:rPr sz="5000" b="1" spc="-29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Employee Life Cycle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AB3BCB-E155-4D7C-95C9-F57B5A8E1C5B}"/>
              </a:ext>
            </a:extLst>
          </p:cNvPr>
          <p:cNvSpPr>
            <a:spLocks noGrp="1"/>
          </p:cNvSpPr>
          <p:nvPr/>
        </p:nvSpPr>
        <p:spPr>
          <a:xfrm>
            <a:off x="8287200" y="6093156"/>
            <a:ext cx="1112164" cy="1015663"/>
          </a:xfrm>
          <a:prstGeom prst="rect">
            <a:avLst/>
          </a:prstGeom>
          <a:noFill/>
        </p:spPr>
        <p:txBody>
          <a:bodyPr wrap="none" anchor="b">
            <a:spAutoFit/>
          </a:bodyPr>
          <a:lstStyle>
            <a:lvl1pPr algn="ctr">
              <a:buNone/>
              <a:defRPr sz="6100" b="1" spc="-360">
                <a:solidFill>
                  <a:schemeClr val="bg1"/>
                </a:solidFill>
                <a:latin typeface="DM Sans 14pt"/>
                <a:ea typeface="DM Sans 14pt"/>
                <a:cs typeface="DM Sans 14pt"/>
              </a:defRPr>
            </a:lvl1pPr>
          </a:lstStyle>
          <a:p>
            <a:pPr algn="l">
              <a:buNone/>
            </a:pPr>
            <a:r>
              <a:rPr sz="6000" spc="-290"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C2127F-A681-4D5A-849F-7A3252714B5E}"/>
              </a:ext>
            </a:extLst>
          </p:cNvPr>
          <p:cNvSpPr>
            <a:spLocks noGrp="1"/>
          </p:cNvSpPr>
          <p:nvPr/>
        </p:nvSpPr>
        <p:spPr>
          <a:xfrm>
            <a:off x="10123776" y="3579115"/>
            <a:ext cx="1102546" cy="1015663"/>
          </a:xfrm>
          <a:prstGeom prst="rect">
            <a:avLst/>
          </a:prstGeom>
          <a:noFill/>
        </p:spPr>
        <p:txBody>
          <a:bodyPr wrap="none" anchor="b">
            <a:spAutoFit/>
          </a:bodyPr>
          <a:lstStyle>
            <a:lvl1pPr algn="ctr">
              <a:buNone/>
              <a:defRPr sz="6100" b="1" spc="-360">
                <a:solidFill>
                  <a:schemeClr val="bg1"/>
                </a:solidFill>
                <a:latin typeface="DM Sans 14pt"/>
                <a:ea typeface="DM Sans 14pt"/>
                <a:cs typeface="DM Sans 14pt"/>
              </a:defRPr>
            </a:lvl1pPr>
          </a:lstStyle>
          <a:p>
            <a:pPr algn="l">
              <a:buNone/>
            </a:pPr>
            <a:r>
              <a:rPr sz="6000" spc="-290">
                <a:latin typeface="Poppins"/>
                <a:ea typeface="Poppins"/>
                <a:cs typeface="Poppins"/>
              </a:rPr>
              <a:t>06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C66B72-3BE2-48C3-8120-1542037EAD9B}"/>
              </a:ext>
            </a:extLst>
          </p:cNvPr>
          <p:cNvSpPr>
            <a:spLocks noGrp="1"/>
          </p:cNvSpPr>
          <p:nvPr/>
        </p:nvSpPr>
        <p:spPr>
          <a:xfrm>
            <a:off x="9448836" y="9125898"/>
            <a:ext cx="1133002" cy="1015663"/>
          </a:xfrm>
          <a:prstGeom prst="rect">
            <a:avLst/>
          </a:prstGeom>
          <a:noFill/>
        </p:spPr>
        <p:txBody>
          <a:bodyPr wrap="none" anchor="b">
            <a:spAutoFit/>
          </a:bodyPr>
          <a:lstStyle>
            <a:lvl1pPr algn="ctr">
              <a:buNone/>
              <a:defRPr sz="6100" b="1" spc="-360">
                <a:solidFill>
                  <a:schemeClr val="bg1"/>
                </a:solidFill>
                <a:latin typeface="DM Sans 14pt"/>
                <a:ea typeface="DM Sans 14pt"/>
                <a:cs typeface="DM Sans 14pt"/>
              </a:defRPr>
            </a:lvl1pPr>
          </a:lstStyle>
          <a:p>
            <a:pPr algn="l">
              <a:buNone/>
            </a:pPr>
            <a:r>
              <a:rPr sz="6000" spc="-290"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186E837-E1FE-4693-AB9C-79B0E026AA45}"/>
              </a:ext>
            </a:extLst>
          </p:cNvPr>
          <p:cNvSpPr>
            <a:spLocks noGrp="1"/>
          </p:cNvSpPr>
          <p:nvPr/>
        </p:nvSpPr>
        <p:spPr>
          <a:xfrm>
            <a:off x="14617034" y="6805878"/>
            <a:ext cx="1051250" cy="1015663"/>
          </a:xfrm>
          <a:prstGeom prst="rect">
            <a:avLst/>
          </a:prstGeom>
          <a:noFill/>
        </p:spPr>
        <p:txBody>
          <a:bodyPr wrap="none" anchor="b">
            <a:spAutoFit/>
          </a:bodyPr>
          <a:lstStyle>
            <a:lvl1pPr algn="ctr">
              <a:buNone/>
              <a:defRPr sz="6100" b="1" spc="-360">
                <a:solidFill>
                  <a:schemeClr val="bg1"/>
                </a:solidFill>
                <a:latin typeface="DM Sans 14pt"/>
                <a:ea typeface="DM Sans 14pt"/>
                <a:cs typeface="DM Sans 14pt"/>
              </a:defRPr>
            </a:lvl1pPr>
          </a:lstStyle>
          <a:p>
            <a:pPr algn="l">
              <a:buNone/>
            </a:pPr>
            <a:r>
              <a:rPr sz="6000" spc="-290"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0250A6-EBDC-4BAA-A1C2-F7F1F29595AF}"/>
              </a:ext>
            </a:extLst>
          </p:cNvPr>
          <p:cNvSpPr>
            <a:spLocks noGrp="1"/>
          </p:cNvSpPr>
          <p:nvPr/>
        </p:nvSpPr>
        <p:spPr>
          <a:xfrm>
            <a:off x="13340648" y="3975653"/>
            <a:ext cx="900568" cy="1015663"/>
          </a:xfrm>
          <a:prstGeom prst="rect">
            <a:avLst/>
          </a:prstGeom>
          <a:noFill/>
        </p:spPr>
        <p:txBody>
          <a:bodyPr wrap="none" anchor="b">
            <a:spAutoFit/>
          </a:bodyPr>
          <a:lstStyle>
            <a:lvl1pPr algn="ctr">
              <a:buNone/>
              <a:defRPr sz="6100" b="1" spc="-360">
                <a:solidFill>
                  <a:schemeClr val="bg1"/>
                </a:solidFill>
                <a:latin typeface="DM Sans 14pt"/>
                <a:ea typeface="DM Sans 14pt"/>
                <a:cs typeface="DM Sans 14pt"/>
              </a:defRPr>
            </a:lvl1pPr>
          </a:lstStyle>
          <a:p>
            <a:pPr algn="l">
              <a:buNone/>
            </a:pPr>
            <a:r>
              <a:rPr sz="6000" spc="-290"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81B7B0-1434-4053-B2E0-52B969EB98E2}"/>
              </a:ext>
            </a:extLst>
          </p:cNvPr>
          <p:cNvSpPr>
            <a:spLocks noGrp="1"/>
          </p:cNvSpPr>
          <p:nvPr/>
        </p:nvSpPr>
        <p:spPr>
          <a:xfrm>
            <a:off x="12844522" y="9557110"/>
            <a:ext cx="1076898" cy="1015663"/>
          </a:xfrm>
          <a:prstGeom prst="rect">
            <a:avLst/>
          </a:prstGeom>
          <a:noFill/>
        </p:spPr>
        <p:txBody>
          <a:bodyPr wrap="none" anchor="b">
            <a:spAutoFit/>
          </a:bodyPr>
          <a:lstStyle>
            <a:lvl1pPr algn="ctr">
              <a:buNone/>
              <a:defRPr sz="6100" b="1" spc="-360">
                <a:solidFill>
                  <a:schemeClr val="bg1"/>
                </a:solidFill>
                <a:latin typeface="DM Sans 14pt"/>
                <a:ea typeface="DM Sans 14pt"/>
                <a:cs typeface="DM Sans 14pt"/>
              </a:defRPr>
            </a:lvl1pPr>
          </a:lstStyle>
          <a:p>
            <a:pPr algn="l">
              <a:buNone/>
            </a:pPr>
            <a:r>
              <a:rPr sz="6000" spc="-290"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3481F2-EB17-492E-A9A3-E2D5CD4902C0}"/>
              </a:ext>
            </a:extLst>
          </p:cNvPr>
          <p:cNvSpPr>
            <a:spLocks noGrp="1"/>
          </p:cNvSpPr>
          <p:nvPr/>
        </p:nvSpPr>
        <p:spPr>
          <a:xfrm>
            <a:off x="16625678" y="4544069"/>
            <a:ext cx="4935382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Documentation &amp; system setup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Induction  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Role/KPI alignment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Culture integration 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30/60/90-day check-ins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D9D120-82AA-4D0C-B6FA-054313A6B0FC}"/>
              </a:ext>
            </a:extLst>
          </p:cNvPr>
          <p:cNvSpPr>
            <a:spLocks noGrp="1"/>
          </p:cNvSpPr>
          <p:nvPr/>
        </p:nvSpPr>
        <p:spPr>
          <a:xfrm>
            <a:off x="17100528" y="3900303"/>
            <a:ext cx="2743059" cy="643766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ts val="4320"/>
              </a:lnSpc>
              <a:buNone/>
            </a:pPr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2. Onboard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000F5B-27B0-4CD9-BD0D-C03DC1507C70}"/>
              </a:ext>
            </a:extLst>
          </p:cNvPr>
          <p:cNvSpPr>
            <a:spLocks noGrp="1"/>
          </p:cNvSpPr>
          <p:nvPr/>
        </p:nvSpPr>
        <p:spPr>
          <a:xfrm>
            <a:off x="8630170" y="11724472"/>
            <a:ext cx="6955430" cy="643766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ts val="4320"/>
              </a:lnSpc>
              <a:buNone/>
            </a:pPr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4. Train &amp; Document Processes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4FFA04-37FD-4283-AF6A-8652FC0298D5}"/>
              </a:ext>
            </a:extLst>
          </p:cNvPr>
          <p:cNvSpPr>
            <a:spLocks noGrp="1"/>
          </p:cNvSpPr>
          <p:nvPr/>
        </p:nvSpPr>
        <p:spPr>
          <a:xfrm>
            <a:off x="16681092" y="7736166"/>
            <a:ext cx="10834636" cy="64376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lnSpc>
                <a:spcPts val="4320"/>
              </a:lnSpc>
              <a:buNone/>
            </a:pPr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3. Manage Performance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B2AE97-8DF3-4536-A8B7-EC03705AC690}"/>
              </a:ext>
            </a:extLst>
          </p:cNvPr>
          <p:cNvSpPr>
            <a:spLocks noGrp="1"/>
          </p:cNvSpPr>
          <p:nvPr/>
        </p:nvSpPr>
        <p:spPr>
          <a:xfrm>
            <a:off x="1868804" y="7736166"/>
            <a:ext cx="4213974" cy="643766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ts val="4320"/>
              </a:lnSpc>
              <a:buNone/>
            </a:pPr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5. Manage Talent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4108C8-8DF8-4E39-A5C0-B8FD013665E7}"/>
              </a:ext>
            </a:extLst>
          </p:cNvPr>
          <p:cNvSpPr>
            <a:spLocks noGrp="1"/>
          </p:cNvSpPr>
          <p:nvPr/>
        </p:nvSpPr>
        <p:spPr>
          <a:xfrm>
            <a:off x="8225016" y="1522604"/>
            <a:ext cx="4848769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91440" indent="-4572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Workforce Planning</a:t>
            </a:r>
          </a:p>
          <a:p>
            <a:pPr marL="91440" indent="-4572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Job Description</a:t>
            </a:r>
          </a:p>
          <a:p>
            <a:pPr marL="91440" indent="-4572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Advert, Sourcing &amp; Selection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FF6D3D-1E46-451F-B6B1-258DD152D408}"/>
              </a:ext>
            </a:extLst>
          </p:cNvPr>
          <p:cNvSpPr>
            <a:spLocks noGrp="1"/>
          </p:cNvSpPr>
          <p:nvPr/>
        </p:nvSpPr>
        <p:spPr>
          <a:xfrm>
            <a:off x="10955198" y="948588"/>
            <a:ext cx="1513876" cy="643766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ts val="4320"/>
              </a:lnSpc>
              <a:buNone/>
            </a:pPr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1. Hire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7432F60-86A9-433D-9B86-72D6F1503143}"/>
              </a:ext>
            </a:extLst>
          </p:cNvPr>
          <p:cNvSpPr>
            <a:spLocks noGrp="1"/>
          </p:cNvSpPr>
          <p:nvPr/>
        </p:nvSpPr>
        <p:spPr>
          <a:xfrm>
            <a:off x="3112446" y="3896473"/>
            <a:ext cx="2792111" cy="643766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lnSpc>
                <a:spcPts val="4320"/>
              </a:lnSpc>
              <a:buNone/>
            </a:pPr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6. Offboard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BCF542-ACD4-B607-8EFD-6A97842BA7A8}"/>
              </a:ext>
            </a:extLst>
          </p:cNvPr>
          <p:cNvSpPr>
            <a:spLocks noGrp="1"/>
          </p:cNvSpPr>
          <p:nvPr/>
        </p:nvSpPr>
        <p:spPr>
          <a:xfrm>
            <a:off x="12188824" y="1519627"/>
            <a:ext cx="4403881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91440" indent="-4572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Offer Management</a:t>
            </a:r>
          </a:p>
          <a:p>
            <a:pPr marL="91440" indent="-4572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Pre-employment Checks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2AAD8E-5F15-572F-0F7B-7C9969ADE3CC}"/>
              </a:ext>
            </a:extLst>
          </p:cNvPr>
          <p:cNvSpPr>
            <a:spLocks noGrp="1"/>
          </p:cNvSpPr>
          <p:nvPr/>
        </p:nvSpPr>
        <p:spPr>
          <a:xfrm>
            <a:off x="9399364" y="12274641"/>
            <a:ext cx="5696404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Training needs analysis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Capability building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Functional and leadership development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Knowledge transfer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1F998-C4B8-F0B8-228C-8ADCF5CB73F5}"/>
              </a:ext>
            </a:extLst>
          </p:cNvPr>
          <p:cNvSpPr>
            <a:spLocks noGrp="1"/>
          </p:cNvSpPr>
          <p:nvPr/>
        </p:nvSpPr>
        <p:spPr>
          <a:xfrm>
            <a:off x="16598199" y="8698765"/>
            <a:ext cx="4848769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KPI/OKR setting 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Performance tracking 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H1/H2 appraisals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Coaching &amp; feedback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Recognition &amp; retention 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PIP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390A8A-1F92-CAC0-B134-DC5CB6F1925A}"/>
              </a:ext>
            </a:extLst>
          </p:cNvPr>
          <p:cNvSpPr>
            <a:spLocks noGrp="1"/>
          </p:cNvSpPr>
          <p:nvPr/>
        </p:nvSpPr>
        <p:spPr>
          <a:xfrm>
            <a:off x="2558695" y="8438596"/>
            <a:ext cx="5450518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Talent reviews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Succession planning 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HiPo identification 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Career &amp; mobility planning 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Employee engagement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43EDFC-C35B-D3B5-68D2-0BF43A2AFD4A}"/>
              </a:ext>
            </a:extLst>
          </p:cNvPr>
          <p:cNvSpPr>
            <a:spLocks noGrp="1"/>
          </p:cNvSpPr>
          <p:nvPr/>
        </p:nvSpPr>
        <p:spPr>
          <a:xfrm>
            <a:off x="2720253" y="4544069"/>
            <a:ext cx="493538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Resignation/exit management 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Exit interviews 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Clearance &amp; documentation </a:t>
            </a:r>
          </a:p>
          <a:p>
            <a:pPr marL="342900" indent="-342900">
              <a:buFont typeface="Arial"/>
              <a:buChar char="•"/>
            </a:pPr>
            <a:r>
              <a:rPr sz="2000" spc="-30">
                <a:latin typeface="Poppins"/>
                <a:ea typeface="Poppins"/>
                <a:cs typeface="Poppins"/>
              </a:rPr>
              <a:t>Exit insights and trend analysis</a:t>
            </a:r>
          </a:p>
        </p:txBody>
      </p:sp>
      <p:pic>
        <p:nvPicPr>
          <p:cNvPr id="562" name="Picture 56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336000" y="12573000"/>
            <a:ext cx="3048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13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6">
            <a:extLst>
              <a:ext uri="{FF2B5EF4-FFF2-40B4-BE49-F238E27FC236}">
                <a16:creationId xmlns:a16="http://schemas.microsoft.com/office/drawing/2014/main" id="{01BD515F-1BAC-5D40-B6AE-F491B0513C6A}"/>
              </a:ext>
            </a:extLst>
          </p:cNvPr>
          <p:cNvSpPr>
            <a:spLocks noGrp="1"/>
          </p:cNvSpPr>
          <p:nvPr/>
        </p:nvSpPr>
        <p:spPr>
          <a:xfrm>
            <a:off x="5569701" y="3616303"/>
            <a:ext cx="3493578" cy="3488086"/>
          </a:xfrm>
          <a:custGeom>
            <a:avLst/>
            <a:gdLst>
              <a:gd name="T0" fmla="*/ 0 w 2803"/>
              <a:gd name="T1" fmla="*/ 1276 h 2801"/>
              <a:gd name="T2" fmla="*/ 0 w 2803"/>
              <a:gd name="T3" fmla="*/ 1276 h 2801"/>
              <a:gd name="T4" fmla="*/ 1525 w 2803"/>
              <a:gd name="T5" fmla="*/ 2800 h 2801"/>
              <a:gd name="T6" fmla="*/ 2802 w 2803"/>
              <a:gd name="T7" fmla="*/ 2800 h 2801"/>
              <a:gd name="T8" fmla="*/ 2802 w 2803"/>
              <a:gd name="T9" fmla="*/ 2800 h 2801"/>
              <a:gd name="T10" fmla="*/ 0 w 2803"/>
              <a:gd name="T11" fmla="*/ 0 h 2801"/>
              <a:gd name="T12" fmla="*/ 0 w 2803"/>
              <a:gd name="T13" fmla="*/ 1276 h 2801"/>
            </a:gdLst>
            <a:ahLst/>
            <a:cxnLst/>
            <a:rect l="0" t="0" r="r" b="b"/>
            <a:pathLst>
              <a:path w="2803" h="2801">
                <a:moveTo>
                  <a:pt x="0" y="1276"/>
                </a:moveTo>
                <a:lnTo>
                  <a:pt x="0" y="1276"/>
                </a:lnTo>
                <a:cubicBezTo>
                  <a:pt x="835" y="1294"/>
                  <a:pt x="1507" y="1965"/>
                  <a:pt x="1525" y="2800"/>
                </a:cubicBezTo>
                <a:lnTo>
                  <a:pt x="2802" y="2800"/>
                </a:lnTo>
                <a:lnTo>
                  <a:pt x="2802" y="2800"/>
                </a:lnTo>
                <a:cubicBezTo>
                  <a:pt x="2784" y="1262"/>
                  <a:pt x="1539" y="17"/>
                  <a:pt x="0" y="0"/>
                </a:cubicBezTo>
                <a:lnTo>
                  <a:pt x="0" y="1276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0" name="Freeform 67">
            <a:extLst>
              <a:ext uri="{FF2B5EF4-FFF2-40B4-BE49-F238E27FC236}">
                <a16:creationId xmlns:a16="http://schemas.microsoft.com/office/drawing/2014/main" id="{2BC105DB-55FE-FE4B-B91B-FB51669CF33D}"/>
              </a:ext>
            </a:extLst>
          </p:cNvPr>
          <p:cNvSpPr>
            <a:spLocks noGrp="1"/>
          </p:cNvSpPr>
          <p:nvPr/>
        </p:nvSpPr>
        <p:spPr>
          <a:xfrm>
            <a:off x="1993726" y="3616303"/>
            <a:ext cx="3493578" cy="3488086"/>
          </a:xfrm>
          <a:custGeom>
            <a:avLst/>
            <a:gdLst>
              <a:gd name="T0" fmla="*/ 1277 w 2803"/>
              <a:gd name="T1" fmla="*/ 2800 h 2801"/>
              <a:gd name="T2" fmla="*/ 1277 w 2803"/>
              <a:gd name="T3" fmla="*/ 2800 h 2801"/>
              <a:gd name="T4" fmla="*/ 2802 w 2803"/>
              <a:gd name="T5" fmla="*/ 1276 h 2801"/>
              <a:gd name="T6" fmla="*/ 2802 w 2803"/>
              <a:gd name="T7" fmla="*/ 0 h 2801"/>
              <a:gd name="T8" fmla="*/ 2802 w 2803"/>
              <a:gd name="T9" fmla="*/ 0 h 2801"/>
              <a:gd name="T10" fmla="*/ 0 w 2803"/>
              <a:gd name="T11" fmla="*/ 2800 h 2801"/>
              <a:gd name="T12" fmla="*/ 1277 w 2803"/>
              <a:gd name="T13" fmla="*/ 2800 h 2801"/>
            </a:gdLst>
            <a:ahLst/>
            <a:cxnLst/>
            <a:rect l="0" t="0" r="r" b="b"/>
            <a:pathLst>
              <a:path w="2803" h="2801">
                <a:moveTo>
                  <a:pt x="1277" y="2800"/>
                </a:moveTo>
                <a:lnTo>
                  <a:pt x="1277" y="2800"/>
                </a:lnTo>
                <a:cubicBezTo>
                  <a:pt x="1294" y="1965"/>
                  <a:pt x="1968" y="1294"/>
                  <a:pt x="2802" y="1276"/>
                </a:cubicBezTo>
                <a:lnTo>
                  <a:pt x="2802" y="0"/>
                </a:lnTo>
                <a:lnTo>
                  <a:pt x="2802" y="0"/>
                </a:lnTo>
                <a:cubicBezTo>
                  <a:pt x="1263" y="17"/>
                  <a:pt x="19" y="1262"/>
                  <a:pt x="0" y="2800"/>
                </a:cubicBezTo>
                <a:lnTo>
                  <a:pt x="1277" y="2800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1" name="Freeform 68">
            <a:extLst>
              <a:ext uri="{FF2B5EF4-FFF2-40B4-BE49-F238E27FC236}">
                <a16:creationId xmlns:a16="http://schemas.microsoft.com/office/drawing/2014/main" id="{A9DFD50E-B317-554D-BFD0-5BD46BF84119}"/>
              </a:ext>
            </a:extLst>
          </p:cNvPr>
          <p:cNvSpPr>
            <a:spLocks noGrp="1"/>
          </p:cNvSpPr>
          <p:nvPr/>
        </p:nvSpPr>
        <p:spPr>
          <a:xfrm>
            <a:off x="1993726" y="7186779"/>
            <a:ext cx="3493578" cy="3493577"/>
          </a:xfrm>
          <a:custGeom>
            <a:avLst/>
            <a:gdLst>
              <a:gd name="T0" fmla="*/ 2802 w 2803"/>
              <a:gd name="T1" fmla="*/ 1525 h 2803"/>
              <a:gd name="T2" fmla="*/ 2802 w 2803"/>
              <a:gd name="T3" fmla="*/ 1525 h 2803"/>
              <a:gd name="T4" fmla="*/ 1277 w 2803"/>
              <a:gd name="T5" fmla="*/ 0 h 2803"/>
              <a:gd name="T6" fmla="*/ 0 w 2803"/>
              <a:gd name="T7" fmla="*/ 0 h 2803"/>
              <a:gd name="T8" fmla="*/ 0 w 2803"/>
              <a:gd name="T9" fmla="*/ 0 h 2803"/>
              <a:gd name="T10" fmla="*/ 2802 w 2803"/>
              <a:gd name="T11" fmla="*/ 2802 h 2803"/>
              <a:gd name="T12" fmla="*/ 2802 w 2803"/>
              <a:gd name="T13" fmla="*/ 1525 h 2803"/>
            </a:gdLst>
            <a:ahLst/>
            <a:cxnLst/>
            <a:rect l="0" t="0" r="r" b="b"/>
            <a:pathLst>
              <a:path w="2803" h="2803">
                <a:moveTo>
                  <a:pt x="2802" y="1525"/>
                </a:moveTo>
                <a:lnTo>
                  <a:pt x="2802" y="1525"/>
                </a:lnTo>
                <a:cubicBezTo>
                  <a:pt x="1968" y="1508"/>
                  <a:pt x="1294" y="835"/>
                  <a:pt x="1277" y="0"/>
                </a:cubicBezTo>
                <a:lnTo>
                  <a:pt x="0" y="0"/>
                </a:lnTo>
                <a:lnTo>
                  <a:pt x="0" y="0"/>
                </a:lnTo>
                <a:cubicBezTo>
                  <a:pt x="19" y="1539"/>
                  <a:pt x="1263" y="2784"/>
                  <a:pt x="2802" y="2802"/>
                </a:cubicBezTo>
                <a:lnTo>
                  <a:pt x="2802" y="1525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2" name="Freeform 69">
            <a:extLst>
              <a:ext uri="{FF2B5EF4-FFF2-40B4-BE49-F238E27FC236}">
                <a16:creationId xmlns:a16="http://schemas.microsoft.com/office/drawing/2014/main" id="{8E3B2DE2-3283-F14B-8527-804311E4E33D}"/>
              </a:ext>
            </a:extLst>
          </p:cNvPr>
          <p:cNvSpPr>
            <a:spLocks noGrp="1"/>
          </p:cNvSpPr>
          <p:nvPr/>
        </p:nvSpPr>
        <p:spPr>
          <a:xfrm>
            <a:off x="11046270" y="3616303"/>
            <a:ext cx="3488086" cy="3488086"/>
          </a:xfrm>
          <a:custGeom>
            <a:avLst/>
            <a:gdLst>
              <a:gd name="T0" fmla="*/ 0 w 2802"/>
              <a:gd name="T1" fmla="*/ 1276 h 2801"/>
              <a:gd name="T2" fmla="*/ 0 w 2802"/>
              <a:gd name="T3" fmla="*/ 1276 h 2801"/>
              <a:gd name="T4" fmla="*/ 1525 w 2802"/>
              <a:gd name="T5" fmla="*/ 2800 h 2801"/>
              <a:gd name="T6" fmla="*/ 2801 w 2802"/>
              <a:gd name="T7" fmla="*/ 2800 h 2801"/>
              <a:gd name="T8" fmla="*/ 2801 w 2802"/>
              <a:gd name="T9" fmla="*/ 2800 h 2801"/>
              <a:gd name="T10" fmla="*/ 0 w 2802"/>
              <a:gd name="T11" fmla="*/ 0 h 2801"/>
              <a:gd name="T12" fmla="*/ 0 w 2802"/>
              <a:gd name="T13" fmla="*/ 1276 h 2801"/>
            </a:gdLst>
            <a:ahLst/>
            <a:cxnLst/>
            <a:rect l="0" t="0" r="r" b="b"/>
            <a:pathLst>
              <a:path w="2802" h="2801">
                <a:moveTo>
                  <a:pt x="0" y="1276"/>
                </a:moveTo>
                <a:lnTo>
                  <a:pt x="0" y="1276"/>
                </a:lnTo>
                <a:cubicBezTo>
                  <a:pt x="834" y="1294"/>
                  <a:pt x="1507" y="1965"/>
                  <a:pt x="1525" y="2800"/>
                </a:cubicBezTo>
                <a:lnTo>
                  <a:pt x="2801" y="2800"/>
                </a:lnTo>
                <a:lnTo>
                  <a:pt x="2801" y="2800"/>
                </a:lnTo>
                <a:cubicBezTo>
                  <a:pt x="2782" y="1262"/>
                  <a:pt x="1538" y="17"/>
                  <a:pt x="0" y="0"/>
                </a:cubicBezTo>
                <a:lnTo>
                  <a:pt x="0" y="1276"/>
                </a:ln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3" name="Freeform 70">
            <a:extLst>
              <a:ext uri="{FF2B5EF4-FFF2-40B4-BE49-F238E27FC236}">
                <a16:creationId xmlns:a16="http://schemas.microsoft.com/office/drawing/2014/main" id="{453E660E-7BFE-4B46-9F2D-0FF1A7AB68B1}"/>
              </a:ext>
            </a:extLst>
          </p:cNvPr>
          <p:cNvSpPr>
            <a:spLocks noGrp="1"/>
          </p:cNvSpPr>
          <p:nvPr/>
        </p:nvSpPr>
        <p:spPr>
          <a:xfrm>
            <a:off x="5569701" y="7834959"/>
            <a:ext cx="2570746" cy="2839907"/>
          </a:xfrm>
          <a:custGeom>
            <a:avLst/>
            <a:gdLst>
              <a:gd name="T0" fmla="*/ 1423 w 2063"/>
              <a:gd name="T1" fmla="*/ 0 h 2281"/>
              <a:gd name="T2" fmla="*/ 1423 w 2063"/>
              <a:gd name="T3" fmla="*/ 0 h 2281"/>
              <a:gd name="T4" fmla="*/ 0 w 2063"/>
              <a:gd name="T5" fmla="*/ 1003 h 2281"/>
              <a:gd name="T6" fmla="*/ 0 w 2063"/>
              <a:gd name="T7" fmla="*/ 2280 h 2281"/>
              <a:gd name="T8" fmla="*/ 0 w 2063"/>
              <a:gd name="T9" fmla="*/ 2280 h 2281"/>
              <a:gd name="T10" fmla="*/ 2062 w 2063"/>
              <a:gd name="T11" fmla="*/ 1354 h 2281"/>
              <a:gd name="T12" fmla="*/ 2062 w 2063"/>
              <a:gd name="T13" fmla="*/ 1354 h 2281"/>
              <a:gd name="T14" fmla="*/ 1423 w 2063"/>
              <a:gd name="T15" fmla="*/ 0 h 2281"/>
            </a:gdLst>
            <a:ahLst/>
            <a:cxnLst/>
            <a:rect l="0" t="0" r="r" b="b"/>
            <a:pathLst>
              <a:path w="2063" h="2281">
                <a:moveTo>
                  <a:pt x="1423" y="0"/>
                </a:moveTo>
                <a:lnTo>
                  <a:pt x="1423" y="0"/>
                </a:lnTo>
                <a:cubicBezTo>
                  <a:pt x="1204" y="577"/>
                  <a:pt x="651" y="989"/>
                  <a:pt x="0" y="1003"/>
                </a:cubicBezTo>
                <a:lnTo>
                  <a:pt x="0" y="2280"/>
                </a:lnTo>
                <a:lnTo>
                  <a:pt x="0" y="2280"/>
                </a:lnTo>
                <a:cubicBezTo>
                  <a:pt x="817" y="2270"/>
                  <a:pt x="1551" y="1915"/>
                  <a:pt x="2062" y="1354"/>
                </a:cubicBezTo>
                <a:lnTo>
                  <a:pt x="2062" y="1354"/>
                </a:lnTo>
                <a:cubicBezTo>
                  <a:pt x="1736" y="962"/>
                  <a:pt x="1517" y="498"/>
                  <a:pt x="1423" y="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4" name="Freeform 71">
            <a:extLst>
              <a:ext uri="{FF2B5EF4-FFF2-40B4-BE49-F238E27FC236}">
                <a16:creationId xmlns:a16="http://schemas.microsoft.com/office/drawing/2014/main" id="{A600B139-E18F-5847-A266-2445970E89D9}"/>
              </a:ext>
            </a:extLst>
          </p:cNvPr>
          <p:cNvSpPr>
            <a:spLocks noGrp="1"/>
          </p:cNvSpPr>
          <p:nvPr/>
        </p:nvSpPr>
        <p:spPr>
          <a:xfrm>
            <a:off x="7470295" y="7186779"/>
            <a:ext cx="3493578" cy="3493577"/>
          </a:xfrm>
          <a:custGeom>
            <a:avLst/>
            <a:gdLst>
              <a:gd name="T0" fmla="*/ 2802 w 2803"/>
              <a:gd name="T1" fmla="*/ 1525 h 2803"/>
              <a:gd name="T2" fmla="*/ 2802 w 2803"/>
              <a:gd name="T3" fmla="*/ 1525 h 2803"/>
              <a:gd name="T4" fmla="*/ 1277 w 2803"/>
              <a:gd name="T5" fmla="*/ 0 h 2803"/>
              <a:gd name="T6" fmla="*/ 0 w 2803"/>
              <a:gd name="T7" fmla="*/ 0 h 2803"/>
              <a:gd name="T8" fmla="*/ 0 w 2803"/>
              <a:gd name="T9" fmla="*/ 0 h 2803"/>
              <a:gd name="T10" fmla="*/ 2802 w 2803"/>
              <a:gd name="T11" fmla="*/ 2802 h 2803"/>
              <a:gd name="T12" fmla="*/ 2802 w 2803"/>
              <a:gd name="T13" fmla="*/ 1525 h 2803"/>
            </a:gdLst>
            <a:ahLst/>
            <a:cxnLst/>
            <a:rect l="0" t="0" r="r" b="b"/>
            <a:pathLst>
              <a:path w="2803" h="2803">
                <a:moveTo>
                  <a:pt x="2802" y="1525"/>
                </a:moveTo>
                <a:lnTo>
                  <a:pt x="2802" y="1525"/>
                </a:lnTo>
                <a:cubicBezTo>
                  <a:pt x="1968" y="1508"/>
                  <a:pt x="1295" y="835"/>
                  <a:pt x="1277" y="0"/>
                </a:cubicBezTo>
                <a:lnTo>
                  <a:pt x="0" y="0"/>
                </a:lnTo>
                <a:lnTo>
                  <a:pt x="0" y="0"/>
                </a:lnTo>
                <a:cubicBezTo>
                  <a:pt x="18" y="1539"/>
                  <a:pt x="1263" y="2784"/>
                  <a:pt x="2802" y="2802"/>
                </a:cubicBezTo>
                <a:lnTo>
                  <a:pt x="2802" y="1525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5" name="Freeform 72">
            <a:extLst>
              <a:ext uri="{FF2B5EF4-FFF2-40B4-BE49-F238E27FC236}">
                <a16:creationId xmlns:a16="http://schemas.microsoft.com/office/drawing/2014/main" id="{C0432CC9-2253-4740-B7B8-65033D840C7D}"/>
              </a:ext>
            </a:extLst>
          </p:cNvPr>
          <p:cNvSpPr>
            <a:spLocks noGrp="1"/>
          </p:cNvSpPr>
          <p:nvPr/>
        </p:nvSpPr>
        <p:spPr>
          <a:xfrm>
            <a:off x="11046270" y="7186779"/>
            <a:ext cx="3488086" cy="3493577"/>
          </a:xfrm>
          <a:custGeom>
            <a:avLst/>
            <a:gdLst>
              <a:gd name="T0" fmla="*/ 1525 w 2802"/>
              <a:gd name="T1" fmla="*/ 0 h 2803"/>
              <a:gd name="T2" fmla="*/ 1525 w 2802"/>
              <a:gd name="T3" fmla="*/ 0 h 2803"/>
              <a:gd name="T4" fmla="*/ 0 w 2802"/>
              <a:gd name="T5" fmla="*/ 1525 h 2803"/>
              <a:gd name="T6" fmla="*/ 0 w 2802"/>
              <a:gd name="T7" fmla="*/ 2802 h 2803"/>
              <a:gd name="T8" fmla="*/ 0 w 2802"/>
              <a:gd name="T9" fmla="*/ 2802 h 2803"/>
              <a:gd name="T10" fmla="*/ 2801 w 2802"/>
              <a:gd name="T11" fmla="*/ 0 h 2803"/>
              <a:gd name="T12" fmla="*/ 1525 w 2802"/>
              <a:gd name="T13" fmla="*/ 0 h 2803"/>
            </a:gdLst>
            <a:ahLst/>
            <a:cxnLst/>
            <a:rect l="0" t="0" r="r" b="b"/>
            <a:pathLst>
              <a:path w="2802" h="2803">
                <a:moveTo>
                  <a:pt x="1525" y="0"/>
                </a:moveTo>
                <a:lnTo>
                  <a:pt x="1525" y="0"/>
                </a:lnTo>
                <a:cubicBezTo>
                  <a:pt x="1507" y="835"/>
                  <a:pt x="834" y="1508"/>
                  <a:pt x="0" y="1525"/>
                </a:cubicBezTo>
                <a:lnTo>
                  <a:pt x="0" y="2802"/>
                </a:lnTo>
                <a:lnTo>
                  <a:pt x="0" y="2802"/>
                </a:lnTo>
                <a:cubicBezTo>
                  <a:pt x="1538" y="2784"/>
                  <a:pt x="2782" y="1539"/>
                  <a:pt x="2801" y="0"/>
                </a:cubicBezTo>
                <a:lnTo>
                  <a:pt x="1525" y="0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6" name="Freeform 73">
            <a:extLst>
              <a:ext uri="{FF2B5EF4-FFF2-40B4-BE49-F238E27FC236}">
                <a16:creationId xmlns:a16="http://schemas.microsoft.com/office/drawing/2014/main" id="{1CE9E0BC-001D-684B-9CD1-BF193ACD7078}"/>
              </a:ext>
            </a:extLst>
          </p:cNvPr>
          <p:cNvSpPr>
            <a:spLocks noGrp="1"/>
          </p:cNvSpPr>
          <p:nvPr/>
        </p:nvSpPr>
        <p:spPr>
          <a:xfrm>
            <a:off x="8393127" y="3616300"/>
            <a:ext cx="2570746" cy="2839907"/>
          </a:xfrm>
          <a:custGeom>
            <a:avLst/>
            <a:gdLst>
              <a:gd name="T0" fmla="*/ 0 w 2063"/>
              <a:gd name="T1" fmla="*/ 925 h 2280"/>
              <a:gd name="T2" fmla="*/ 0 w 2063"/>
              <a:gd name="T3" fmla="*/ 925 h 2280"/>
              <a:gd name="T4" fmla="*/ 638 w 2063"/>
              <a:gd name="T5" fmla="*/ 2279 h 2280"/>
              <a:gd name="T6" fmla="*/ 638 w 2063"/>
              <a:gd name="T7" fmla="*/ 2279 h 2280"/>
              <a:gd name="T8" fmla="*/ 2062 w 2063"/>
              <a:gd name="T9" fmla="*/ 1276 h 2280"/>
              <a:gd name="T10" fmla="*/ 2062 w 2063"/>
              <a:gd name="T11" fmla="*/ 0 h 2280"/>
              <a:gd name="T12" fmla="*/ 2062 w 2063"/>
              <a:gd name="T13" fmla="*/ 0 h 2280"/>
              <a:gd name="T14" fmla="*/ 0 w 2063"/>
              <a:gd name="T15" fmla="*/ 925 h 2280"/>
            </a:gdLst>
            <a:ahLst/>
            <a:cxnLst/>
            <a:rect l="0" t="0" r="r" b="b"/>
            <a:pathLst>
              <a:path w="2063" h="2280">
                <a:moveTo>
                  <a:pt x="0" y="925"/>
                </a:moveTo>
                <a:lnTo>
                  <a:pt x="0" y="925"/>
                </a:lnTo>
                <a:cubicBezTo>
                  <a:pt x="327" y="1317"/>
                  <a:pt x="545" y="1782"/>
                  <a:pt x="638" y="2279"/>
                </a:cubicBezTo>
                <a:lnTo>
                  <a:pt x="638" y="2279"/>
                </a:lnTo>
                <a:cubicBezTo>
                  <a:pt x="858" y="1702"/>
                  <a:pt x="1411" y="1290"/>
                  <a:pt x="2062" y="1276"/>
                </a:cubicBezTo>
                <a:lnTo>
                  <a:pt x="2062" y="0"/>
                </a:lnTo>
                <a:lnTo>
                  <a:pt x="2062" y="0"/>
                </a:lnTo>
                <a:cubicBezTo>
                  <a:pt x="1245" y="9"/>
                  <a:pt x="511" y="364"/>
                  <a:pt x="0" y="925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7" name="Freeform 74">
            <a:extLst>
              <a:ext uri="{FF2B5EF4-FFF2-40B4-BE49-F238E27FC236}">
                <a16:creationId xmlns:a16="http://schemas.microsoft.com/office/drawing/2014/main" id="{76DB89F7-E137-B547-B355-EBD98867B04A}"/>
              </a:ext>
            </a:extLst>
          </p:cNvPr>
          <p:cNvSpPr>
            <a:spLocks noGrp="1"/>
          </p:cNvSpPr>
          <p:nvPr/>
        </p:nvSpPr>
        <p:spPr>
          <a:xfrm>
            <a:off x="9464269" y="4291946"/>
            <a:ext cx="769027" cy="769026"/>
          </a:xfrm>
          <a:custGeom>
            <a:avLst/>
            <a:gdLst>
              <a:gd name="T0" fmla="*/ 27 w 617"/>
              <a:gd name="T1" fmla="*/ 224 h 617"/>
              <a:gd name="T2" fmla="*/ 27 w 617"/>
              <a:gd name="T3" fmla="*/ 168 h 617"/>
              <a:gd name="T4" fmla="*/ 447 w 617"/>
              <a:gd name="T5" fmla="*/ 140 h 617"/>
              <a:gd name="T6" fmla="*/ 476 w 617"/>
              <a:gd name="T7" fmla="*/ 168 h 617"/>
              <a:gd name="T8" fmla="*/ 476 w 617"/>
              <a:gd name="T9" fmla="*/ 560 h 617"/>
              <a:gd name="T10" fmla="*/ 447 w 617"/>
              <a:gd name="T11" fmla="*/ 588 h 617"/>
              <a:gd name="T12" fmla="*/ 55 w 617"/>
              <a:gd name="T13" fmla="*/ 588 h 617"/>
              <a:gd name="T14" fmla="*/ 27 w 617"/>
              <a:gd name="T15" fmla="*/ 252 h 617"/>
              <a:gd name="T16" fmla="*/ 476 w 617"/>
              <a:gd name="T17" fmla="*/ 560 h 617"/>
              <a:gd name="T18" fmla="*/ 55 w 617"/>
              <a:gd name="T19" fmla="*/ 112 h 617"/>
              <a:gd name="T20" fmla="*/ 0 w 617"/>
              <a:gd name="T21" fmla="*/ 168 h 617"/>
              <a:gd name="T22" fmla="*/ 0 w 617"/>
              <a:gd name="T23" fmla="*/ 560 h 617"/>
              <a:gd name="T24" fmla="*/ 447 w 617"/>
              <a:gd name="T25" fmla="*/ 616 h 617"/>
              <a:gd name="T26" fmla="*/ 504 w 617"/>
              <a:gd name="T27" fmla="*/ 560 h 617"/>
              <a:gd name="T28" fmla="*/ 504 w 617"/>
              <a:gd name="T29" fmla="*/ 168 h 617"/>
              <a:gd name="T30" fmla="*/ 182 w 617"/>
              <a:gd name="T31" fmla="*/ 168 h 617"/>
              <a:gd name="T32" fmla="*/ 167 w 617"/>
              <a:gd name="T33" fmla="*/ 182 h 617"/>
              <a:gd name="T34" fmla="*/ 182 w 617"/>
              <a:gd name="T35" fmla="*/ 196 h 617"/>
              <a:gd name="T36" fmla="*/ 195 w 617"/>
              <a:gd name="T37" fmla="*/ 182 h 617"/>
              <a:gd name="T38" fmla="*/ 182 w 617"/>
              <a:gd name="T39" fmla="*/ 168 h 617"/>
              <a:gd name="T40" fmla="*/ 167 w 617"/>
              <a:gd name="T41" fmla="*/ 0 h 617"/>
              <a:gd name="T42" fmla="*/ 112 w 617"/>
              <a:gd name="T43" fmla="*/ 56 h 617"/>
              <a:gd name="T44" fmla="*/ 112 w 617"/>
              <a:gd name="T45" fmla="*/ 70 h 617"/>
              <a:gd name="T46" fmla="*/ 126 w 617"/>
              <a:gd name="T47" fmla="*/ 84 h 617"/>
              <a:gd name="T48" fmla="*/ 140 w 617"/>
              <a:gd name="T49" fmla="*/ 56 h 617"/>
              <a:gd name="T50" fmla="*/ 167 w 617"/>
              <a:gd name="T51" fmla="*/ 28 h 617"/>
              <a:gd name="T52" fmla="*/ 559 w 617"/>
              <a:gd name="T53" fmla="*/ 28 h 617"/>
              <a:gd name="T54" fmla="*/ 587 w 617"/>
              <a:gd name="T55" fmla="*/ 448 h 617"/>
              <a:gd name="T56" fmla="*/ 559 w 617"/>
              <a:gd name="T57" fmla="*/ 476 h 617"/>
              <a:gd name="T58" fmla="*/ 546 w 617"/>
              <a:gd name="T59" fmla="*/ 476 h 617"/>
              <a:gd name="T60" fmla="*/ 532 w 617"/>
              <a:gd name="T61" fmla="*/ 490 h 617"/>
              <a:gd name="T62" fmla="*/ 559 w 617"/>
              <a:gd name="T63" fmla="*/ 504 h 617"/>
              <a:gd name="T64" fmla="*/ 616 w 617"/>
              <a:gd name="T65" fmla="*/ 448 h 617"/>
              <a:gd name="T66" fmla="*/ 616 w 617"/>
              <a:gd name="T67" fmla="*/ 56 h 617"/>
              <a:gd name="T68" fmla="*/ 433 w 617"/>
              <a:gd name="T69" fmla="*/ 168 h 617"/>
              <a:gd name="T70" fmla="*/ 238 w 617"/>
              <a:gd name="T71" fmla="*/ 168 h 617"/>
              <a:gd name="T72" fmla="*/ 224 w 617"/>
              <a:gd name="T73" fmla="*/ 182 h 617"/>
              <a:gd name="T74" fmla="*/ 433 w 617"/>
              <a:gd name="T75" fmla="*/ 196 h 617"/>
              <a:gd name="T76" fmla="*/ 447 w 617"/>
              <a:gd name="T77" fmla="*/ 182 h 617"/>
              <a:gd name="T78" fmla="*/ 433 w 617"/>
              <a:gd name="T79" fmla="*/ 168 h 617"/>
              <a:gd name="T80" fmla="*/ 69 w 617"/>
              <a:gd name="T81" fmla="*/ 168 h 617"/>
              <a:gd name="T82" fmla="*/ 55 w 617"/>
              <a:gd name="T83" fmla="*/ 182 h 617"/>
              <a:gd name="T84" fmla="*/ 69 w 617"/>
              <a:gd name="T85" fmla="*/ 196 h 617"/>
              <a:gd name="T86" fmla="*/ 84 w 617"/>
              <a:gd name="T87" fmla="*/ 182 h 617"/>
              <a:gd name="T88" fmla="*/ 126 w 617"/>
              <a:gd name="T89" fmla="*/ 168 h 617"/>
              <a:gd name="T90" fmla="*/ 112 w 617"/>
              <a:gd name="T91" fmla="*/ 182 h 617"/>
              <a:gd name="T92" fmla="*/ 126 w 617"/>
              <a:gd name="T93" fmla="*/ 196 h 617"/>
              <a:gd name="T94" fmla="*/ 140 w 617"/>
              <a:gd name="T95" fmla="*/ 182 h 617"/>
              <a:gd name="T96" fmla="*/ 126 w 617"/>
              <a:gd name="T97" fmla="*/ 168 h 617"/>
            </a:gdLst>
            <a:ahLst/>
            <a:cxnLst/>
            <a:rect l="0" t="0" r="r" b="b"/>
            <a:pathLst>
              <a:path w="617" h="617">
                <a:moveTo>
                  <a:pt x="476" y="224"/>
                </a:moveTo>
                <a:lnTo>
                  <a:pt x="27" y="224"/>
                </a:lnTo>
                <a:lnTo>
                  <a:pt x="27" y="168"/>
                </a:lnTo>
                <a:lnTo>
                  <a:pt x="27" y="168"/>
                </a:lnTo>
                <a:cubicBezTo>
                  <a:pt x="27" y="153"/>
                  <a:pt x="40" y="140"/>
                  <a:pt x="55" y="140"/>
                </a:cubicBezTo>
                <a:lnTo>
                  <a:pt x="447" y="140"/>
                </a:lnTo>
                <a:lnTo>
                  <a:pt x="447" y="140"/>
                </a:lnTo>
                <a:cubicBezTo>
                  <a:pt x="463" y="140"/>
                  <a:pt x="476" y="153"/>
                  <a:pt x="476" y="168"/>
                </a:cubicBezTo>
                <a:lnTo>
                  <a:pt x="476" y="224"/>
                </a:lnTo>
                <a:close/>
                <a:moveTo>
                  <a:pt x="476" y="560"/>
                </a:moveTo>
                <a:lnTo>
                  <a:pt x="476" y="560"/>
                </a:lnTo>
                <a:cubicBezTo>
                  <a:pt x="476" y="575"/>
                  <a:pt x="463" y="588"/>
                  <a:pt x="447" y="588"/>
                </a:cubicBezTo>
                <a:lnTo>
                  <a:pt x="55" y="588"/>
                </a:lnTo>
                <a:lnTo>
                  <a:pt x="55" y="588"/>
                </a:lnTo>
                <a:cubicBezTo>
                  <a:pt x="40" y="588"/>
                  <a:pt x="27" y="575"/>
                  <a:pt x="27" y="560"/>
                </a:cubicBezTo>
                <a:lnTo>
                  <a:pt x="27" y="252"/>
                </a:lnTo>
                <a:lnTo>
                  <a:pt x="476" y="252"/>
                </a:lnTo>
                <a:lnTo>
                  <a:pt x="476" y="560"/>
                </a:lnTo>
                <a:close/>
                <a:moveTo>
                  <a:pt x="447" y="112"/>
                </a:moveTo>
                <a:lnTo>
                  <a:pt x="55" y="112"/>
                </a:lnTo>
                <a:lnTo>
                  <a:pt x="55" y="112"/>
                </a:lnTo>
                <a:cubicBezTo>
                  <a:pt x="25" y="112"/>
                  <a:pt x="0" y="137"/>
                  <a:pt x="0" y="168"/>
                </a:cubicBezTo>
                <a:lnTo>
                  <a:pt x="0" y="560"/>
                </a:lnTo>
                <a:lnTo>
                  <a:pt x="0" y="560"/>
                </a:lnTo>
                <a:cubicBezTo>
                  <a:pt x="0" y="591"/>
                  <a:pt x="25" y="616"/>
                  <a:pt x="55" y="616"/>
                </a:cubicBezTo>
                <a:lnTo>
                  <a:pt x="447" y="616"/>
                </a:lnTo>
                <a:lnTo>
                  <a:pt x="447" y="616"/>
                </a:lnTo>
                <a:cubicBezTo>
                  <a:pt x="479" y="616"/>
                  <a:pt x="504" y="591"/>
                  <a:pt x="504" y="560"/>
                </a:cubicBezTo>
                <a:lnTo>
                  <a:pt x="504" y="168"/>
                </a:lnTo>
                <a:lnTo>
                  <a:pt x="504" y="168"/>
                </a:lnTo>
                <a:cubicBezTo>
                  <a:pt x="504" y="137"/>
                  <a:pt x="479" y="112"/>
                  <a:pt x="447" y="112"/>
                </a:cubicBezTo>
                <a:close/>
                <a:moveTo>
                  <a:pt x="182" y="168"/>
                </a:moveTo>
                <a:lnTo>
                  <a:pt x="182" y="168"/>
                </a:lnTo>
                <a:cubicBezTo>
                  <a:pt x="174" y="168"/>
                  <a:pt x="167" y="174"/>
                  <a:pt x="167" y="182"/>
                </a:cubicBezTo>
                <a:lnTo>
                  <a:pt x="167" y="182"/>
                </a:lnTo>
                <a:cubicBezTo>
                  <a:pt x="167" y="189"/>
                  <a:pt x="174" y="196"/>
                  <a:pt x="182" y="196"/>
                </a:cubicBezTo>
                <a:lnTo>
                  <a:pt x="182" y="196"/>
                </a:lnTo>
                <a:cubicBezTo>
                  <a:pt x="189" y="196"/>
                  <a:pt x="195" y="189"/>
                  <a:pt x="195" y="182"/>
                </a:cubicBezTo>
                <a:lnTo>
                  <a:pt x="195" y="182"/>
                </a:lnTo>
                <a:cubicBezTo>
                  <a:pt x="195" y="174"/>
                  <a:pt x="189" y="168"/>
                  <a:pt x="182" y="168"/>
                </a:cubicBezTo>
                <a:close/>
                <a:moveTo>
                  <a:pt x="559" y="0"/>
                </a:moveTo>
                <a:lnTo>
                  <a:pt x="167" y="0"/>
                </a:lnTo>
                <a:lnTo>
                  <a:pt x="167" y="0"/>
                </a:lnTo>
                <a:cubicBezTo>
                  <a:pt x="137" y="0"/>
                  <a:pt x="112" y="25"/>
                  <a:pt x="112" y="56"/>
                </a:cubicBezTo>
                <a:lnTo>
                  <a:pt x="112" y="70"/>
                </a:lnTo>
                <a:lnTo>
                  <a:pt x="112" y="70"/>
                </a:lnTo>
                <a:cubicBezTo>
                  <a:pt x="112" y="77"/>
                  <a:pt x="118" y="84"/>
                  <a:pt x="126" y="84"/>
                </a:cubicBezTo>
                <a:lnTo>
                  <a:pt x="126" y="84"/>
                </a:lnTo>
                <a:cubicBezTo>
                  <a:pt x="133" y="84"/>
                  <a:pt x="140" y="77"/>
                  <a:pt x="140" y="70"/>
                </a:cubicBezTo>
                <a:lnTo>
                  <a:pt x="140" y="56"/>
                </a:lnTo>
                <a:lnTo>
                  <a:pt x="140" y="56"/>
                </a:lnTo>
                <a:cubicBezTo>
                  <a:pt x="140" y="40"/>
                  <a:pt x="152" y="28"/>
                  <a:pt x="167" y="28"/>
                </a:cubicBezTo>
                <a:lnTo>
                  <a:pt x="559" y="28"/>
                </a:lnTo>
                <a:lnTo>
                  <a:pt x="559" y="28"/>
                </a:lnTo>
                <a:cubicBezTo>
                  <a:pt x="575" y="28"/>
                  <a:pt x="587" y="40"/>
                  <a:pt x="587" y="56"/>
                </a:cubicBezTo>
                <a:lnTo>
                  <a:pt x="587" y="448"/>
                </a:lnTo>
                <a:lnTo>
                  <a:pt x="587" y="448"/>
                </a:lnTo>
                <a:cubicBezTo>
                  <a:pt x="587" y="463"/>
                  <a:pt x="575" y="476"/>
                  <a:pt x="559" y="476"/>
                </a:cubicBezTo>
                <a:lnTo>
                  <a:pt x="546" y="476"/>
                </a:lnTo>
                <a:lnTo>
                  <a:pt x="546" y="476"/>
                </a:lnTo>
                <a:cubicBezTo>
                  <a:pt x="538" y="476"/>
                  <a:pt x="532" y="482"/>
                  <a:pt x="532" y="490"/>
                </a:cubicBezTo>
                <a:lnTo>
                  <a:pt x="532" y="490"/>
                </a:lnTo>
                <a:cubicBezTo>
                  <a:pt x="532" y="498"/>
                  <a:pt x="538" y="504"/>
                  <a:pt x="546" y="504"/>
                </a:cubicBezTo>
                <a:lnTo>
                  <a:pt x="559" y="504"/>
                </a:lnTo>
                <a:lnTo>
                  <a:pt x="559" y="504"/>
                </a:lnTo>
                <a:cubicBezTo>
                  <a:pt x="591" y="504"/>
                  <a:pt x="616" y="479"/>
                  <a:pt x="616" y="448"/>
                </a:cubicBezTo>
                <a:lnTo>
                  <a:pt x="616" y="56"/>
                </a:lnTo>
                <a:lnTo>
                  <a:pt x="616" y="56"/>
                </a:lnTo>
                <a:cubicBezTo>
                  <a:pt x="616" y="25"/>
                  <a:pt x="591" y="0"/>
                  <a:pt x="559" y="0"/>
                </a:cubicBezTo>
                <a:close/>
                <a:moveTo>
                  <a:pt x="433" y="168"/>
                </a:moveTo>
                <a:lnTo>
                  <a:pt x="238" y="168"/>
                </a:lnTo>
                <a:lnTo>
                  <a:pt x="238" y="168"/>
                </a:lnTo>
                <a:cubicBezTo>
                  <a:pt x="230" y="168"/>
                  <a:pt x="224" y="174"/>
                  <a:pt x="224" y="182"/>
                </a:cubicBezTo>
                <a:lnTo>
                  <a:pt x="224" y="182"/>
                </a:lnTo>
                <a:cubicBezTo>
                  <a:pt x="224" y="189"/>
                  <a:pt x="230" y="196"/>
                  <a:pt x="238" y="196"/>
                </a:cubicBezTo>
                <a:lnTo>
                  <a:pt x="433" y="196"/>
                </a:lnTo>
                <a:lnTo>
                  <a:pt x="433" y="196"/>
                </a:lnTo>
                <a:cubicBezTo>
                  <a:pt x="441" y="196"/>
                  <a:pt x="447" y="189"/>
                  <a:pt x="447" y="182"/>
                </a:cubicBezTo>
                <a:lnTo>
                  <a:pt x="447" y="182"/>
                </a:lnTo>
                <a:cubicBezTo>
                  <a:pt x="447" y="174"/>
                  <a:pt x="441" y="168"/>
                  <a:pt x="433" y="168"/>
                </a:cubicBezTo>
                <a:close/>
                <a:moveTo>
                  <a:pt x="69" y="168"/>
                </a:moveTo>
                <a:lnTo>
                  <a:pt x="69" y="168"/>
                </a:lnTo>
                <a:cubicBezTo>
                  <a:pt x="62" y="168"/>
                  <a:pt x="55" y="174"/>
                  <a:pt x="55" y="182"/>
                </a:cubicBezTo>
                <a:lnTo>
                  <a:pt x="55" y="182"/>
                </a:lnTo>
                <a:cubicBezTo>
                  <a:pt x="55" y="189"/>
                  <a:pt x="62" y="196"/>
                  <a:pt x="69" y="196"/>
                </a:cubicBezTo>
                <a:lnTo>
                  <a:pt x="69" y="196"/>
                </a:lnTo>
                <a:cubicBezTo>
                  <a:pt x="78" y="196"/>
                  <a:pt x="84" y="189"/>
                  <a:pt x="84" y="182"/>
                </a:cubicBezTo>
                <a:lnTo>
                  <a:pt x="84" y="182"/>
                </a:lnTo>
                <a:cubicBezTo>
                  <a:pt x="84" y="174"/>
                  <a:pt x="78" y="168"/>
                  <a:pt x="69" y="168"/>
                </a:cubicBezTo>
                <a:close/>
                <a:moveTo>
                  <a:pt x="126" y="168"/>
                </a:moveTo>
                <a:lnTo>
                  <a:pt x="126" y="168"/>
                </a:lnTo>
                <a:cubicBezTo>
                  <a:pt x="118" y="168"/>
                  <a:pt x="112" y="174"/>
                  <a:pt x="112" y="182"/>
                </a:cubicBezTo>
                <a:lnTo>
                  <a:pt x="112" y="182"/>
                </a:lnTo>
                <a:cubicBezTo>
                  <a:pt x="112" y="189"/>
                  <a:pt x="118" y="196"/>
                  <a:pt x="126" y="196"/>
                </a:cubicBezTo>
                <a:lnTo>
                  <a:pt x="126" y="196"/>
                </a:lnTo>
                <a:cubicBezTo>
                  <a:pt x="133" y="196"/>
                  <a:pt x="140" y="189"/>
                  <a:pt x="140" y="182"/>
                </a:cubicBezTo>
                <a:lnTo>
                  <a:pt x="140" y="182"/>
                </a:lnTo>
                <a:cubicBezTo>
                  <a:pt x="140" y="174"/>
                  <a:pt x="133" y="168"/>
                  <a:pt x="126" y="1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8" name="Freeform 75">
            <a:extLst>
              <a:ext uri="{FF2B5EF4-FFF2-40B4-BE49-F238E27FC236}">
                <a16:creationId xmlns:a16="http://schemas.microsoft.com/office/drawing/2014/main" id="{4E75F016-78C7-CF41-80D7-C9837374F16F}"/>
              </a:ext>
            </a:extLst>
          </p:cNvPr>
          <p:cNvSpPr>
            <a:spLocks noGrp="1"/>
          </p:cNvSpPr>
          <p:nvPr/>
        </p:nvSpPr>
        <p:spPr>
          <a:xfrm>
            <a:off x="6393658" y="9153293"/>
            <a:ext cx="769027" cy="697619"/>
          </a:xfrm>
          <a:custGeom>
            <a:avLst/>
            <a:gdLst>
              <a:gd name="T0" fmla="*/ 28 w 618"/>
              <a:gd name="T1" fmla="*/ 532 h 561"/>
              <a:gd name="T2" fmla="*/ 197 w 618"/>
              <a:gd name="T3" fmla="*/ 364 h 561"/>
              <a:gd name="T4" fmla="*/ 308 w 618"/>
              <a:gd name="T5" fmla="*/ 462 h 561"/>
              <a:gd name="T6" fmla="*/ 420 w 618"/>
              <a:gd name="T7" fmla="*/ 364 h 561"/>
              <a:gd name="T8" fmla="*/ 589 w 618"/>
              <a:gd name="T9" fmla="*/ 532 h 561"/>
              <a:gd name="T10" fmla="*/ 615 w 618"/>
              <a:gd name="T11" fmla="*/ 343 h 561"/>
              <a:gd name="T12" fmla="*/ 475 w 618"/>
              <a:gd name="T13" fmla="*/ 64 h 561"/>
              <a:gd name="T14" fmla="*/ 463 w 618"/>
              <a:gd name="T15" fmla="*/ 56 h 561"/>
              <a:gd name="T16" fmla="*/ 365 w 618"/>
              <a:gd name="T17" fmla="*/ 56 h 561"/>
              <a:gd name="T18" fmla="*/ 351 w 618"/>
              <a:gd name="T19" fmla="*/ 70 h 561"/>
              <a:gd name="T20" fmla="*/ 454 w 618"/>
              <a:gd name="T21" fmla="*/ 84 h 561"/>
              <a:gd name="T22" fmla="*/ 406 w 618"/>
              <a:gd name="T23" fmla="*/ 336 h 561"/>
              <a:gd name="T24" fmla="*/ 392 w 618"/>
              <a:gd name="T25" fmla="*/ 350 h 561"/>
              <a:gd name="T26" fmla="*/ 308 w 618"/>
              <a:gd name="T27" fmla="*/ 434 h 561"/>
              <a:gd name="T28" fmla="*/ 225 w 618"/>
              <a:gd name="T29" fmla="*/ 350 h 561"/>
              <a:gd name="T30" fmla="*/ 211 w 618"/>
              <a:gd name="T31" fmla="*/ 336 h 561"/>
              <a:gd name="T32" fmla="*/ 163 w 618"/>
              <a:gd name="T33" fmla="*/ 84 h 561"/>
              <a:gd name="T34" fmla="*/ 252 w 618"/>
              <a:gd name="T35" fmla="*/ 84 h 561"/>
              <a:gd name="T36" fmla="*/ 266 w 618"/>
              <a:gd name="T37" fmla="*/ 70 h 561"/>
              <a:gd name="T38" fmla="*/ 154 w 618"/>
              <a:gd name="T39" fmla="*/ 56 h 561"/>
              <a:gd name="T40" fmla="*/ 142 w 618"/>
              <a:gd name="T41" fmla="*/ 64 h 561"/>
              <a:gd name="T42" fmla="*/ 2 w 618"/>
              <a:gd name="T43" fmla="*/ 343 h 561"/>
              <a:gd name="T44" fmla="*/ 2 w 618"/>
              <a:gd name="T45" fmla="*/ 344 h 561"/>
              <a:gd name="T46" fmla="*/ 0 w 618"/>
              <a:gd name="T47" fmla="*/ 546 h 561"/>
              <a:gd name="T48" fmla="*/ 14 w 618"/>
              <a:gd name="T49" fmla="*/ 560 h 561"/>
              <a:gd name="T50" fmla="*/ 603 w 618"/>
              <a:gd name="T51" fmla="*/ 560 h 561"/>
              <a:gd name="T52" fmla="*/ 617 w 618"/>
              <a:gd name="T53" fmla="*/ 350 h 561"/>
              <a:gd name="T54" fmla="*/ 615 w 618"/>
              <a:gd name="T55" fmla="*/ 344 h 561"/>
              <a:gd name="T56" fmla="*/ 225 w 618"/>
              <a:gd name="T57" fmla="*/ 224 h 561"/>
              <a:gd name="T58" fmla="*/ 211 w 618"/>
              <a:gd name="T59" fmla="*/ 238 h 561"/>
              <a:gd name="T60" fmla="*/ 299 w 618"/>
              <a:gd name="T61" fmla="*/ 332 h 561"/>
              <a:gd name="T62" fmla="*/ 308 w 618"/>
              <a:gd name="T63" fmla="*/ 336 h 561"/>
              <a:gd name="T64" fmla="*/ 318 w 618"/>
              <a:gd name="T65" fmla="*/ 332 h 561"/>
              <a:gd name="T66" fmla="*/ 403 w 618"/>
              <a:gd name="T67" fmla="*/ 248 h 561"/>
              <a:gd name="T68" fmla="*/ 406 w 618"/>
              <a:gd name="T69" fmla="*/ 238 h 561"/>
              <a:gd name="T70" fmla="*/ 392 w 618"/>
              <a:gd name="T71" fmla="*/ 224 h 561"/>
              <a:gd name="T72" fmla="*/ 323 w 618"/>
              <a:gd name="T73" fmla="*/ 288 h 561"/>
              <a:gd name="T74" fmla="*/ 323 w 618"/>
              <a:gd name="T75" fmla="*/ 13 h 561"/>
              <a:gd name="T76" fmla="*/ 308 w 618"/>
              <a:gd name="T77" fmla="*/ 0 h 561"/>
              <a:gd name="T78" fmla="*/ 295 w 618"/>
              <a:gd name="T79" fmla="*/ 288 h 561"/>
              <a:gd name="T80" fmla="*/ 234 w 618"/>
              <a:gd name="T81" fmla="*/ 228 h 561"/>
            </a:gdLst>
            <a:ahLst/>
            <a:cxnLst/>
            <a:rect l="0" t="0" r="r" b="b"/>
            <a:pathLst>
              <a:path w="618" h="561">
                <a:moveTo>
                  <a:pt x="589" y="532"/>
                </a:moveTo>
                <a:lnTo>
                  <a:pt x="28" y="532"/>
                </a:lnTo>
                <a:lnTo>
                  <a:pt x="28" y="364"/>
                </a:lnTo>
                <a:lnTo>
                  <a:pt x="197" y="364"/>
                </a:lnTo>
                <a:lnTo>
                  <a:pt x="197" y="364"/>
                </a:lnTo>
                <a:cubicBezTo>
                  <a:pt x="205" y="419"/>
                  <a:pt x="252" y="462"/>
                  <a:pt x="308" y="462"/>
                </a:cubicBezTo>
                <a:lnTo>
                  <a:pt x="308" y="462"/>
                </a:lnTo>
                <a:cubicBezTo>
                  <a:pt x="365" y="462"/>
                  <a:pt x="412" y="419"/>
                  <a:pt x="420" y="364"/>
                </a:cubicBezTo>
                <a:lnTo>
                  <a:pt x="589" y="364"/>
                </a:lnTo>
                <a:lnTo>
                  <a:pt x="589" y="532"/>
                </a:lnTo>
                <a:close/>
                <a:moveTo>
                  <a:pt x="615" y="344"/>
                </a:moveTo>
                <a:lnTo>
                  <a:pt x="615" y="343"/>
                </a:lnTo>
                <a:lnTo>
                  <a:pt x="475" y="64"/>
                </a:lnTo>
                <a:lnTo>
                  <a:pt x="475" y="64"/>
                </a:lnTo>
                <a:lnTo>
                  <a:pt x="475" y="64"/>
                </a:lnTo>
                <a:cubicBezTo>
                  <a:pt x="473" y="59"/>
                  <a:pt x="468" y="56"/>
                  <a:pt x="463" y="56"/>
                </a:cubicBezTo>
                <a:lnTo>
                  <a:pt x="365" y="56"/>
                </a:lnTo>
                <a:lnTo>
                  <a:pt x="365" y="56"/>
                </a:lnTo>
                <a:cubicBezTo>
                  <a:pt x="357" y="56"/>
                  <a:pt x="351" y="62"/>
                  <a:pt x="351" y="70"/>
                </a:cubicBezTo>
                <a:lnTo>
                  <a:pt x="351" y="70"/>
                </a:lnTo>
                <a:cubicBezTo>
                  <a:pt x="351" y="77"/>
                  <a:pt x="357" y="84"/>
                  <a:pt x="365" y="84"/>
                </a:cubicBezTo>
                <a:lnTo>
                  <a:pt x="454" y="84"/>
                </a:lnTo>
                <a:lnTo>
                  <a:pt x="580" y="336"/>
                </a:lnTo>
                <a:lnTo>
                  <a:pt x="406" y="336"/>
                </a:lnTo>
                <a:lnTo>
                  <a:pt x="406" y="336"/>
                </a:lnTo>
                <a:cubicBezTo>
                  <a:pt x="399" y="336"/>
                  <a:pt x="392" y="342"/>
                  <a:pt x="392" y="350"/>
                </a:cubicBezTo>
                <a:lnTo>
                  <a:pt x="392" y="350"/>
                </a:lnTo>
                <a:cubicBezTo>
                  <a:pt x="392" y="396"/>
                  <a:pt x="355" y="434"/>
                  <a:pt x="308" y="434"/>
                </a:cubicBezTo>
                <a:lnTo>
                  <a:pt x="308" y="434"/>
                </a:lnTo>
                <a:cubicBezTo>
                  <a:pt x="262" y="434"/>
                  <a:pt x="225" y="396"/>
                  <a:pt x="225" y="350"/>
                </a:cubicBezTo>
                <a:lnTo>
                  <a:pt x="225" y="350"/>
                </a:lnTo>
                <a:cubicBezTo>
                  <a:pt x="225" y="342"/>
                  <a:pt x="218" y="336"/>
                  <a:pt x="211" y="336"/>
                </a:cubicBezTo>
                <a:lnTo>
                  <a:pt x="37" y="336"/>
                </a:lnTo>
                <a:lnTo>
                  <a:pt x="163" y="84"/>
                </a:lnTo>
                <a:lnTo>
                  <a:pt x="252" y="84"/>
                </a:lnTo>
                <a:lnTo>
                  <a:pt x="252" y="84"/>
                </a:lnTo>
                <a:cubicBezTo>
                  <a:pt x="260" y="84"/>
                  <a:pt x="266" y="77"/>
                  <a:pt x="266" y="70"/>
                </a:cubicBezTo>
                <a:lnTo>
                  <a:pt x="266" y="70"/>
                </a:lnTo>
                <a:cubicBezTo>
                  <a:pt x="266" y="62"/>
                  <a:pt x="260" y="56"/>
                  <a:pt x="252" y="56"/>
                </a:cubicBezTo>
                <a:lnTo>
                  <a:pt x="154" y="56"/>
                </a:lnTo>
                <a:lnTo>
                  <a:pt x="154" y="56"/>
                </a:lnTo>
                <a:cubicBezTo>
                  <a:pt x="149" y="56"/>
                  <a:pt x="145" y="59"/>
                  <a:pt x="142" y="64"/>
                </a:cubicBezTo>
                <a:lnTo>
                  <a:pt x="142" y="64"/>
                </a:lnTo>
                <a:lnTo>
                  <a:pt x="2" y="343"/>
                </a:lnTo>
                <a:lnTo>
                  <a:pt x="2" y="344"/>
                </a:lnTo>
                <a:lnTo>
                  <a:pt x="2" y="344"/>
                </a:lnTo>
                <a:cubicBezTo>
                  <a:pt x="1" y="346"/>
                  <a:pt x="0" y="347"/>
                  <a:pt x="0" y="350"/>
                </a:cubicBezTo>
                <a:lnTo>
                  <a:pt x="0" y="546"/>
                </a:lnTo>
                <a:lnTo>
                  <a:pt x="0" y="546"/>
                </a:lnTo>
                <a:cubicBezTo>
                  <a:pt x="0" y="553"/>
                  <a:pt x="6" y="560"/>
                  <a:pt x="14" y="560"/>
                </a:cubicBezTo>
                <a:lnTo>
                  <a:pt x="603" y="560"/>
                </a:lnTo>
                <a:lnTo>
                  <a:pt x="603" y="560"/>
                </a:lnTo>
                <a:cubicBezTo>
                  <a:pt x="610" y="560"/>
                  <a:pt x="617" y="553"/>
                  <a:pt x="617" y="546"/>
                </a:cubicBezTo>
                <a:lnTo>
                  <a:pt x="617" y="350"/>
                </a:lnTo>
                <a:lnTo>
                  <a:pt x="617" y="350"/>
                </a:lnTo>
                <a:cubicBezTo>
                  <a:pt x="617" y="347"/>
                  <a:pt x="616" y="346"/>
                  <a:pt x="615" y="344"/>
                </a:cubicBezTo>
                <a:close/>
                <a:moveTo>
                  <a:pt x="225" y="224"/>
                </a:moveTo>
                <a:lnTo>
                  <a:pt x="225" y="224"/>
                </a:lnTo>
                <a:cubicBezTo>
                  <a:pt x="217" y="224"/>
                  <a:pt x="211" y="230"/>
                  <a:pt x="211" y="238"/>
                </a:cubicBezTo>
                <a:lnTo>
                  <a:pt x="211" y="238"/>
                </a:lnTo>
                <a:cubicBezTo>
                  <a:pt x="211" y="242"/>
                  <a:pt x="212" y="246"/>
                  <a:pt x="214" y="248"/>
                </a:cubicBezTo>
                <a:lnTo>
                  <a:pt x="299" y="332"/>
                </a:lnTo>
                <a:lnTo>
                  <a:pt x="299" y="332"/>
                </a:lnTo>
                <a:cubicBezTo>
                  <a:pt x="301" y="334"/>
                  <a:pt x="305" y="336"/>
                  <a:pt x="308" y="336"/>
                </a:cubicBezTo>
                <a:lnTo>
                  <a:pt x="308" y="336"/>
                </a:lnTo>
                <a:cubicBezTo>
                  <a:pt x="312" y="336"/>
                  <a:pt x="316" y="334"/>
                  <a:pt x="318" y="332"/>
                </a:cubicBezTo>
                <a:lnTo>
                  <a:pt x="403" y="248"/>
                </a:lnTo>
                <a:lnTo>
                  <a:pt x="403" y="248"/>
                </a:lnTo>
                <a:cubicBezTo>
                  <a:pt x="405" y="246"/>
                  <a:pt x="406" y="242"/>
                  <a:pt x="406" y="238"/>
                </a:cubicBezTo>
                <a:lnTo>
                  <a:pt x="406" y="238"/>
                </a:lnTo>
                <a:cubicBezTo>
                  <a:pt x="406" y="230"/>
                  <a:pt x="400" y="224"/>
                  <a:pt x="392" y="224"/>
                </a:cubicBezTo>
                <a:lnTo>
                  <a:pt x="392" y="224"/>
                </a:lnTo>
                <a:cubicBezTo>
                  <a:pt x="389" y="224"/>
                  <a:pt x="385" y="225"/>
                  <a:pt x="382" y="228"/>
                </a:cubicBezTo>
                <a:lnTo>
                  <a:pt x="323" y="288"/>
                </a:lnTo>
                <a:lnTo>
                  <a:pt x="323" y="13"/>
                </a:lnTo>
                <a:lnTo>
                  <a:pt x="323" y="13"/>
                </a:lnTo>
                <a:cubicBezTo>
                  <a:pt x="323" y="6"/>
                  <a:pt x="317" y="0"/>
                  <a:pt x="308" y="0"/>
                </a:cubicBezTo>
                <a:lnTo>
                  <a:pt x="308" y="0"/>
                </a:lnTo>
                <a:cubicBezTo>
                  <a:pt x="301" y="0"/>
                  <a:pt x="295" y="6"/>
                  <a:pt x="295" y="13"/>
                </a:cubicBezTo>
                <a:lnTo>
                  <a:pt x="295" y="288"/>
                </a:lnTo>
                <a:lnTo>
                  <a:pt x="234" y="228"/>
                </a:lnTo>
                <a:lnTo>
                  <a:pt x="234" y="228"/>
                </a:lnTo>
                <a:cubicBezTo>
                  <a:pt x="232" y="225"/>
                  <a:pt x="228" y="224"/>
                  <a:pt x="225" y="2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1" name="Freeform 130">
            <a:extLst>
              <a:ext uri="{FF2B5EF4-FFF2-40B4-BE49-F238E27FC236}">
                <a16:creationId xmlns:a16="http://schemas.microsoft.com/office/drawing/2014/main" id="{5596C48B-44C7-6C4D-9315-56AD68617BBE}"/>
              </a:ext>
            </a:extLst>
          </p:cNvPr>
          <p:cNvSpPr>
            <a:spLocks noGrp="1"/>
          </p:cNvSpPr>
          <p:nvPr/>
        </p:nvSpPr>
        <p:spPr>
          <a:xfrm>
            <a:off x="1510338" y="7362557"/>
            <a:ext cx="4020910" cy="3806683"/>
          </a:xfrm>
          <a:custGeom>
            <a:avLst/>
            <a:gdLst>
              <a:gd name="T0" fmla="*/ 3226 w 3227"/>
              <a:gd name="T1" fmla="*/ 3055 h 3056"/>
              <a:gd name="T2" fmla="*/ 3226 w 3227"/>
              <a:gd name="T3" fmla="*/ 3055 h 3056"/>
              <a:gd name="T4" fmla="*/ 0 w 3227"/>
              <a:gd name="T5" fmla="*/ 0 h 3056"/>
            </a:gdLst>
            <a:ahLst/>
            <a:cxnLst/>
            <a:rect l="0" t="0" r="r" b="b"/>
            <a:pathLst>
              <a:path w="3227" h="3056">
                <a:moveTo>
                  <a:pt x="3226" y="3055"/>
                </a:moveTo>
                <a:lnTo>
                  <a:pt x="3226" y="3055"/>
                </a:lnTo>
                <a:cubicBezTo>
                  <a:pt x="1501" y="3055"/>
                  <a:pt x="91" y="1702"/>
                  <a:pt x="0" y="0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txBody>
          <a:bodyPr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2" name="Freeform 131">
            <a:extLst>
              <a:ext uri="{FF2B5EF4-FFF2-40B4-BE49-F238E27FC236}">
                <a16:creationId xmlns:a16="http://schemas.microsoft.com/office/drawing/2014/main" id="{75092EAC-E07E-9A46-B53B-DB0E9A6957E6}"/>
              </a:ext>
            </a:extLst>
          </p:cNvPr>
          <p:cNvSpPr>
            <a:spLocks noGrp="1"/>
          </p:cNvSpPr>
          <p:nvPr/>
        </p:nvSpPr>
        <p:spPr>
          <a:xfrm>
            <a:off x="1362027" y="7142835"/>
            <a:ext cx="307611" cy="269161"/>
          </a:xfrm>
          <a:custGeom>
            <a:avLst/>
            <a:gdLst>
              <a:gd name="T0" fmla="*/ 244 w 245"/>
              <a:gd name="T1" fmla="*/ 207 h 217"/>
              <a:gd name="T2" fmla="*/ 114 w 245"/>
              <a:gd name="T3" fmla="*/ 0 h 217"/>
              <a:gd name="T4" fmla="*/ 0 w 245"/>
              <a:gd name="T5" fmla="*/ 216 h 217"/>
              <a:gd name="T6" fmla="*/ 244 w 245"/>
              <a:gd name="T7" fmla="*/ 207 h 217"/>
            </a:gdLst>
            <a:ahLst/>
            <a:cxnLst/>
            <a:rect l="0" t="0" r="r" b="b"/>
            <a:pathLst>
              <a:path w="245" h="217">
                <a:moveTo>
                  <a:pt x="244" y="207"/>
                </a:moveTo>
                <a:lnTo>
                  <a:pt x="114" y="0"/>
                </a:lnTo>
                <a:lnTo>
                  <a:pt x="0" y="216"/>
                </a:lnTo>
                <a:lnTo>
                  <a:pt x="244" y="207"/>
                </a:ln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3" name="Freeform 132">
            <a:extLst>
              <a:ext uri="{FF2B5EF4-FFF2-40B4-BE49-F238E27FC236}">
                <a16:creationId xmlns:a16="http://schemas.microsoft.com/office/drawing/2014/main" id="{CFA3AFC8-AE16-7141-A07F-8A99B3E001A4}"/>
              </a:ext>
            </a:extLst>
          </p:cNvPr>
          <p:cNvSpPr>
            <a:spLocks noGrp="1"/>
          </p:cNvSpPr>
          <p:nvPr/>
        </p:nvSpPr>
        <p:spPr>
          <a:xfrm>
            <a:off x="11002322" y="3121925"/>
            <a:ext cx="4020910" cy="3806683"/>
          </a:xfrm>
          <a:custGeom>
            <a:avLst/>
            <a:gdLst>
              <a:gd name="T0" fmla="*/ 0 w 3226"/>
              <a:gd name="T1" fmla="*/ 0 h 3054"/>
              <a:gd name="T2" fmla="*/ 0 w 3226"/>
              <a:gd name="T3" fmla="*/ 0 h 3054"/>
              <a:gd name="T4" fmla="*/ 3225 w 3226"/>
              <a:gd name="T5" fmla="*/ 3053 h 3054"/>
            </a:gdLst>
            <a:ahLst/>
            <a:cxnLst/>
            <a:rect l="0" t="0" r="r" b="b"/>
            <a:pathLst>
              <a:path w="3226" h="3054">
                <a:moveTo>
                  <a:pt x="0" y="0"/>
                </a:moveTo>
                <a:lnTo>
                  <a:pt x="0" y="0"/>
                </a:lnTo>
                <a:cubicBezTo>
                  <a:pt x="1724" y="0"/>
                  <a:pt x="3134" y="1352"/>
                  <a:pt x="3225" y="3053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txBody>
          <a:bodyPr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4" name="Freeform 133">
            <a:extLst>
              <a:ext uri="{FF2B5EF4-FFF2-40B4-BE49-F238E27FC236}">
                <a16:creationId xmlns:a16="http://schemas.microsoft.com/office/drawing/2014/main" id="{AF12886E-6FB4-AD42-87CB-AA2B7A326F52}"/>
              </a:ext>
            </a:extLst>
          </p:cNvPr>
          <p:cNvSpPr>
            <a:spLocks noGrp="1"/>
          </p:cNvSpPr>
          <p:nvPr/>
        </p:nvSpPr>
        <p:spPr>
          <a:xfrm>
            <a:off x="14863936" y="6879169"/>
            <a:ext cx="307611" cy="269161"/>
          </a:xfrm>
          <a:custGeom>
            <a:avLst/>
            <a:gdLst>
              <a:gd name="T0" fmla="*/ 0 w 245"/>
              <a:gd name="T1" fmla="*/ 8 h 216"/>
              <a:gd name="T2" fmla="*/ 130 w 245"/>
              <a:gd name="T3" fmla="*/ 215 h 216"/>
              <a:gd name="T4" fmla="*/ 244 w 245"/>
              <a:gd name="T5" fmla="*/ 0 h 216"/>
              <a:gd name="T6" fmla="*/ 0 w 245"/>
              <a:gd name="T7" fmla="*/ 8 h 216"/>
            </a:gdLst>
            <a:ahLst/>
            <a:cxnLst/>
            <a:rect l="0" t="0" r="r" b="b"/>
            <a:pathLst>
              <a:path w="245" h="216">
                <a:moveTo>
                  <a:pt x="0" y="8"/>
                </a:moveTo>
                <a:lnTo>
                  <a:pt x="130" y="215"/>
                </a:lnTo>
                <a:lnTo>
                  <a:pt x="244" y="0"/>
                </a:lnTo>
                <a:lnTo>
                  <a:pt x="0" y="8"/>
                </a:ln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673B35-9A0D-D943-A001-BD138B378A26}"/>
              </a:ext>
            </a:extLst>
          </p:cNvPr>
          <p:cNvSpPr>
            <a:spLocks noGrp="1"/>
          </p:cNvSpPr>
          <p:nvPr/>
        </p:nvSpPr>
        <p:spPr>
          <a:xfrm>
            <a:off x="148747" y="68879"/>
            <a:ext cx="1361591" cy="1127873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5000" b="1" spc="-29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Hire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9BD34-7419-E948-9689-C36DD47ADCCD}"/>
              </a:ext>
            </a:extLst>
          </p:cNvPr>
          <p:cNvSpPr>
            <a:spLocks noGrp="1"/>
          </p:cNvSpPr>
          <p:nvPr/>
        </p:nvSpPr>
        <p:spPr>
          <a:xfrm>
            <a:off x="77935" y="1326363"/>
            <a:ext cx="5021246" cy="5796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3840"/>
              </a:lnSpc>
              <a:buNone/>
            </a:pPr>
            <a:r>
              <a:rPr sz="3200" spc="-130">
                <a:latin typeface="Poppins"/>
                <a:ea typeface="Poppins"/>
                <a:cs typeface="Poppins"/>
              </a:rPr>
              <a:t>Getting the Right Talent 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7D078-E4DB-3746-8FA1-2897F7FBC3E1}"/>
              </a:ext>
            </a:extLst>
          </p:cNvPr>
          <p:cNvSpPr>
            <a:spLocks noGrp="1"/>
          </p:cNvSpPr>
          <p:nvPr/>
        </p:nvSpPr>
        <p:spPr>
          <a:xfrm>
            <a:off x="17204645" y="3852962"/>
            <a:ext cx="3333605" cy="646331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Key activities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B35BA-E9A1-2C48-8D4A-0B8240639745}"/>
              </a:ext>
            </a:extLst>
          </p:cNvPr>
          <p:cNvSpPr>
            <a:spLocks noGrp="1"/>
          </p:cNvSpPr>
          <p:nvPr/>
        </p:nvSpPr>
        <p:spPr>
          <a:xfrm>
            <a:off x="15853759" y="4676459"/>
            <a:ext cx="8216279" cy="6637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Workforce and manpower planning 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Organization structure and role design 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Job description development/review 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Employer branding through adverts and talent sourcing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Candidate assessment and selection 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Compensation alignment and offer management 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Background/reference checks 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Recruitment analytics and time-to-fill monitoring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70D44D-6374-D64D-ACD9-73E7EB0429AF}"/>
              </a:ext>
            </a:extLst>
          </p:cNvPr>
          <p:cNvSpPr>
            <a:spLocks noGrp="1"/>
          </p:cNvSpPr>
          <p:nvPr/>
        </p:nvSpPr>
        <p:spPr>
          <a:xfrm rot="1856727">
            <a:off x="1650190" y="9602823"/>
            <a:ext cx="3854879" cy="67116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sz="3000"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Attract  &amp;</a:t>
            </a:r>
          </a:p>
          <a:p>
            <a:pPr algn="ctr">
              <a:buNone/>
            </a:pPr>
            <a:r>
              <a:rPr sz="3000"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Select the</a:t>
            </a:r>
          </a:p>
          <a:p>
            <a:pPr algn="ctr">
              <a:buNone/>
            </a:pPr>
            <a:r>
              <a:rPr sz="3000"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Right talent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E61815-6FC6-6A4F-BD26-D03FBE07C3F7}"/>
              </a:ext>
            </a:extLst>
          </p:cNvPr>
          <p:cNvSpPr>
            <a:spLocks noGrp="1"/>
          </p:cNvSpPr>
          <p:nvPr/>
        </p:nvSpPr>
        <p:spPr>
          <a:xfrm rot="18900000">
            <a:off x="3016153" y="5357298"/>
            <a:ext cx="2448468" cy="86565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Capability </a:t>
            </a:r>
          </a:p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Culture Fit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BD2617-C554-4141-BFF7-46110544195E}"/>
              </a:ext>
            </a:extLst>
          </p:cNvPr>
          <p:cNvSpPr>
            <a:spLocks noGrp="1"/>
          </p:cNvSpPr>
          <p:nvPr/>
        </p:nvSpPr>
        <p:spPr>
          <a:xfrm rot="2700000">
            <a:off x="5963265" y="5233903"/>
            <a:ext cx="2448468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Right Time</a:t>
            </a:r>
          </a:p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and Cost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637EF2-A4C1-EA43-A570-D7E723CEC3D9}"/>
              </a:ext>
            </a:extLst>
          </p:cNvPr>
          <p:cNvSpPr>
            <a:spLocks noGrp="1"/>
          </p:cNvSpPr>
          <p:nvPr/>
        </p:nvSpPr>
        <p:spPr>
          <a:xfrm rot="2208862">
            <a:off x="7285647" y="9252442"/>
            <a:ext cx="2636128" cy="13719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Controlled</a:t>
            </a:r>
          </a:p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Cost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6B208A-67A9-E548-91FB-581FDE0457E2}"/>
              </a:ext>
            </a:extLst>
          </p:cNvPr>
          <p:cNvSpPr>
            <a:spLocks noGrp="1"/>
          </p:cNvSpPr>
          <p:nvPr/>
        </p:nvSpPr>
        <p:spPr>
          <a:xfrm rot="19397938">
            <a:off x="12077596" y="9109108"/>
            <a:ext cx="2672366" cy="10631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TAT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54DEA0-F238-A741-A1C6-74F9DBDD7267}"/>
              </a:ext>
            </a:extLst>
          </p:cNvPr>
          <p:cNvSpPr>
            <a:spLocks noGrp="1"/>
          </p:cNvSpPr>
          <p:nvPr/>
        </p:nvSpPr>
        <p:spPr>
          <a:xfrm rot="2700000">
            <a:off x="10958719" y="5381970"/>
            <a:ext cx="2672366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Quality</a:t>
            </a:r>
          </a:p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Hire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B56F8-0F91-E20B-DB2F-7CB74126D464}"/>
              </a:ext>
            </a:extLst>
          </p:cNvPr>
          <p:cNvSpPr>
            <a:spLocks noGrp="1"/>
          </p:cNvSpPr>
          <p:nvPr/>
        </p:nvSpPr>
        <p:spPr>
          <a:xfrm>
            <a:off x="3830904" y="6619614"/>
            <a:ext cx="3622145" cy="938719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5500"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Objective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A4C574-CE15-C758-7712-063AAE0EA46A}"/>
              </a:ext>
            </a:extLst>
          </p:cNvPr>
          <p:cNvSpPr>
            <a:spLocks noGrp="1"/>
          </p:cNvSpPr>
          <p:nvPr/>
        </p:nvSpPr>
        <p:spPr>
          <a:xfrm>
            <a:off x="9210298" y="6673475"/>
            <a:ext cx="3532057" cy="938719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5500"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Outcome</a:t>
            </a:r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336000" y="12573000"/>
            <a:ext cx="3048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06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">
            <a:extLst>
              <a:ext uri="{FF2B5EF4-FFF2-40B4-BE49-F238E27FC236}">
                <a16:creationId xmlns:a16="http://schemas.microsoft.com/office/drawing/2014/main" id="{EAEF87B4-3DB4-9942-ADBA-907A8CD2DCF1}"/>
              </a:ext>
            </a:extLst>
          </p:cNvPr>
          <p:cNvSpPr>
            <a:spLocks noGrp="1"/>
          </p:cNvSpPr>
          <p:nvPr/>
        </p:nvSpPr>
        <p:spPr>
          <a:xfrm>
            <a:off x="17055660" y="8429012"/>
            <a:ext cx="3295828" cy="3537522"/>
          </a:xfrm>
          <a:custGeom>
            <a:avLst/>
            <a:gdLst>
              <a:gd name="T0" fmla="*/ 2645 w 2646"/>
              <a:gd name="T1" fmla="*/ 0 h 2842"/>
              <a:gd name="T2" fmla="*/ 1734 w 2646"/>
              <a:gd name="T3" fmla="*/ 0 h 2842"/>
              <a:gd name="T4" fmla="*/ 1734 w 2646"/>
              <a:gd name="T5" fmla="*/ 2841 h 2842"/>
              <a:gd name="T6" fmla="*/ 912 w 2646"/>
              <a:gd name="T7" fmla="*/ 2841 h 2842"/>
              <a:gd name="T8" fmla="*/ 0 w 2646"/>
              <a:gd name="T9" fmla="*/ 2841 h 2842"/>
            </a:gdLst>
            <a:ahLst/>
            <a:cxnLst/>
            <a:rect l="0" t="0" r="r" b="b"/>
            <a:pathLst>
              <a:path w="2646" h="2842">
                <a:moveTo>
                  <a:pt x="2645" y="0"/>
                </a:moveTo>
                <a:lnTo>
                  <a:pt x="1734" y="0"/>
                </a:lnTo>
                <a:lnTo>
                  <a:pt x="1734" y="2841"/>
                </a:lnTo>
                <a:lnTo>
                  <a:pt x="912" y="2841"/>
                </a:lnTo>
                <a:lnTo>
                  <a:pt x="0" y="2841"/>
                </a:lnTo>
              </a:path>
            </a:pathLst>
          </a:custGeom>
          <a:noFill/>
          <a:ln w="38100">
            <a:solidFill>
              <a:schemeClr val="accent4"/>
            </a:solidFill>
          </a:ln>
        </p:spPr>
        <p:txBody>
          <a:bodyPr/>
          <a:lstStyle/>
          <a:p>
            <a:endParaRPr sz="3599">
              <a:solidFill>
                <a:schemeClr val="tx2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" name="Line 3">
            <a:extLst>
              <a:ext uri="{FF2B5EF4-FFF2-40B4-BE49-F238E27FC236}">
                <a16:creationId xmlns:a16="http://schemas.microsoft.com/office/drawing/2014/main" id="{515C0289-30FD-3D47-801D-32AC03B32137}"/>
              </a:ext>
            </a:extLst>
          </p:cNvPr>
          <p:cNvSpPr>
            <a:spLocks noGrp="1"/>
          </p:cNvSpPr>
          <p:nvPr/>
        </p:nvSpPr>
        <p:spPr>
          <a:xfrm>
            <a:off x="6849582" y="4276269"/>
            <a:ext cx="3834147" cy="0"/>
          </a:xfrm>
          <a:prstGeom prst="line">
            <a:avLst/>
          </a:prstGeom>
          <a:noFill/>
          <a:ln w="38100">
            <a:solidFill>
              <a:schemeClr val="accent1"/>
            </a:solidFill>
          </a:ln>
        </p:spPr>
        <p:txBody>
          <a:bodyPr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2" name="Line 4">
            <a:extLst>
              <a:ext uri="{FF2B5EF4-FFF2-40B4-BE49-F238E27FC236}">
                <a16:creationId xmlns:a16="http://schemas.microsoft.com/office/drawing/2014/main" id="{469BCA8E-A2AF-B448-8576-8BE7CE3FC408}"/>
              </a:ext>
            </a:extLst>
          </p:cNvPr>
          <p:cNvSpPr>
            <a:spLocks noGrp="1"/>
          </p:cNvSpPr>
          <p:nvPr/>
        </p:nvSpPr>
        <p:spPr>
          <a:xfrm>
            <a:off x="8596368" y="6841527"/>
            <a:ext cx="2092853" cy="0"/>
          </a:xfrm>
          <a:prstGeom prst="line">
            <a:avLst/>
          </a:prstGeom>
          <a:noFill/>
          <a:ln w="38100">
            <a:solidFill>
              <a:schemeClr val="accent2"/>
            </a:solidFill>
          </a:ln>
        </p:spPr>
        <p:txBody>
          <a:bodyPr/>
          <a:lstStyle/>
          <a:p>
            <a:endParaRPr sz="3599">
              <a:solidFill>
                <a:schemeClr val="tx2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3" name="Line 5">
            <a:extLst>
              <a:ext uri="{FF2B5EF4-FFF2-40B4-BE49-F238E27FC236}">
                <a16:creationId xmlns:a16="http://schemas.microsoft.com/office/drawing/2014/main" id="{C74C5BBA-7148-534D-AC23-E4F630227224}"/>
              </a:ext>
            </a:extLst>
          </p:cNvPr>
          <p:cNvSpPr>
            <a:spLocks noGrp="1"/>
          </p:cNvSpPr>
          <p:nvPr/>
        </p:nvSpPr>
        <p:spPr>
          <a:xfrm>
            <a:off x="8596368" y="9406774"/>
            <a:ext cx="2092853" cy="0"/>
          </a:xfrm>
          <a:prstGeom prst="line">
            <a:avLst/>
          </a:prstGeom>
          <a:noFill/>
          <a:ln w="38100">
            <a:solidFill>
              <a:schemeClr val="accent3"/>
            </a:solidFill>
          </a:ln>
        </p:spPr>
        <p:txBody>
          <a:bodyPr/>
          <a:lstStyle/>
          <a:p>
            <a:endParaRPr sz="3599">
              <a:solidFill>
                <a:schemeClr val="tx2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4" name="Line 6">
            <a:extLst>
              <a:ext uri="{FF2B5EF4-FFF2-40B4-BE49-F238E27FC236}">
                <a16:creationId xmlns:a16="http://schemas.microsoft.com/office/drawing/2014/main" id="{DDB8E28D-3CE1-904A-B637-64F0AEECAB05}"/>
              </a:ext>
            </a:extLst>
          </p:cNvPr>
          <p:cNvSpPr>
            <a:spLocks noGrp="1"/>
          </p:cNvSpPr>
          <p:nvPr/>
        </p:nvSpPr>
        <p:spPr>
          <a:xfrm>
            <a:off x="6849582" y="11972032"/>
            <a:ext cx="3834147" cy="0"/>
          </a:xfrm>
          <a:prstGeom prst="line">
            <a:avLst/>
          </a:prstGeom>
          <a:noFill/>
          <a:ln w="38100">
            <a:solidFill>
              <a:schemeClr val="accent4"/>
            </a:solidFill>
          </a:ln>
        </p:spPr>
        <p:txBody>
          <a:bodyPr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569D0498-6DCB-FA49-B3A9-3963FAD70DDA}"/>
              </a:ext>
            </a:extLst>
          </p:cNvPr>
          <p:cNvSpPr>
            <a:spLocks noGrp="1"/>
          </p:cNvSpPr>
          <p:nvPr/>
        </p:nvSpPr>
        <p:spPr>
          <a:xfrm>
            <a:off x="17055660" y="8225771"/>
            <a:ext cx="3295828" cy="1181003"/>
          </a:xfrm>
          <a:custGeom>
            <a:avLst/>
            <a:gdLst>
              <a:gd name="T0" fmla="*/ 2645 w 2646"/>
              <a:gd name="T1" fmla="*/ 0 h 949"/>
              <a:gd name="T2" fmla="*/ 1569 w 2646"/>
              <a:gd name="T3" fmla="*/ 0 h 949"/>
              <a:gd name="T4" fmla="*/ 1569 w 2646"/>
              <a:gd name="T5" fmla="*/ 948 h 949"/>
              <a:gd name="T6" fmla="*/ 912 w 2646"/>
              <a:gd name="T7" fmla="*/ 948 h 949"/>
              <a:gd name="T8" fmla="*/ 0 w 2646"/>
              <a:gd name="T9" fmla="*/ 948 h 949"/>
            </a:gdLst>
            <a:ahLst/>
            <a:cxnLst/>
            <a:rect l="0" t="0" r="r" b="b"/>
            <a:pathLst>
              <a:path w="2646" h="949">
                <a:moveTo>
                  <a:pt x="2645" y="0"/>
                </a:moveTo>
                <a:lnTo>
                  <a:pt x="1569" y="0"/>
                </a:lnTo>
                <a:lnTo>
                  <a:pt x="1569" y="948"/>
                </a:lnTo>
                <a:lnTo>
                  <a:pt x="912" y="948"/>
                </a:lnTo>
                <a:lnTo>
                  <a:pt x="0" y="948"/>
                </a:lnTo>
              </a:path>
            </a:pathLst>
          </a:custGeom>
          <a:noFill/>
          <a:ln w="38100">
            <a:solidFill>
              <a:schemeClr val="accent3"/>
            </a:solidFill>
          </a:ln>
        </p:spPr>
        <p:txBody>
          <a:bodyPr/>
          <a:lstStyle/>
          <a:p>
            <a:endParaRPr sz="3599">
              <a:solidFill>
                <a:schemeClr val="tx2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3E65036E-216F-044B-BB06-BE2BB6C7628E}"/>
              </a:ext>
            </a:extLst>
          </p:cNvPr>
          <p:cNvSpPr>
            <a:spLocks noGrp="1"/>
          </p:cNvSpPr>
          <p:nvPr/>
        </p:nvSpPr>
        <p:spPr>
          <a:xfrm>
            <a:off x="17055660" y="6841523"/>
            <a:ext cx="3295828" cy="1181003"/>
          </a:xfrm>
          <a:custGeom>
            <a:avLst/>
            <a:gdLst>
              <a:gd name="T0" fmla="*/ 2645 w 2646"/>
              <a:gd name="T1" fmla="*/ 946 h 947"/>
              <a:gd name="T2" fmla="*/ 1569 w 2646"/>
              <a:gd name="T3" fmla="*/ 946 h 947"/>
              <a:gd name="T4" fmla="*/ 1569 w 2646"/>
              <a:gd name="T5" fmla="*/ 0 h 947"/>
              <a:gd name="T6" fmla="*/ 912 w 2646"/>
              <a:gd name="T7" fmla="*/ 0 h 947"/>
              <a:gd name="T8" fmla="*/ 0 w 2646"/>
              <a:gd name="T9" fmla="*/ 0 h 947"/>
            </a:gdLst>
            <a:ahLst/>
            <a:cxnLst/>
            <a:rect l="0" t="0" r="r" b="b"/>
            <a:pathLst>
              <a:path w="2646" h="947">
                <a:moveTo>
                  <a:pt x="2645" y="946"/>
                </a:moveTo>
                <a:lnTo>
                  <a:pt x="1569" y="946"/>
                </a:lnTo>
                <a:lnTo>
                  <a:pt x="1569" y="0"/>
                </a:lnTo>
                <a:lnTo>
                  <a:pt x="912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accent2"/>
            </a:solidFill>
          </a:ln>
        </p:spPr>
        <p:txBody>
          <a:bodyPr/>
          <a:lstStyle/>
          <a:p>
            <a:endParaRPr sz="3599">
              <a:solidFill>
                <a:schemeClr val="tx2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11806EB6-E8E2-3E48-BA85-98E978BA6B9D}"/>
              </a:ext>
            </a:extLst>
          </p:cNvPr>
          <p:cNvSpPr>
            <a:spLocks noGrp="1"/>
          </p:cNvSpPr>
          <p:nvPr/>
        </p:nvSpPr>
        <p:spPr>
          <a:xfrm>
            <a:off x="17055660" y="4276269"/>
            <a:ext cx="3295828" cy="3537522"/>
          </a:xfrm>
          <a:custGeom>
            <a:avLst/>
            <a:gdLst>
              <a:gd name="T0" fmla="*/ 2645 w 2646"/>
              <a:gd name="T1" fmla="*/ 2840 h 2841"/>
              <a:gd name="T2" fmla="*/ 1734 w 2646"/>
              <a:gd name="T3" fmla="*/ 2840 h 2841"/>
              <a:gd name="T4" fmla="*/ 1734 w 2646"/>
              <a:gd name="T5" fmla="*/ 0 h 2841"/>
              <a:gd name="T6" fmla="*/ 912 w 2646"/>
              <a:gd name="T7" fmla="*/ 0 h 2841"/>
              <a:gd name="T8" fmla="*/ 0 w 2646"/>
              <a:gd name="T9" fmla="*/ 0 h 2841"/>
            </a:gdLst>
            <a:ahLst/>
            <a:cxnLst/>
            <a:rect l="0" t="0" r="r" b="b"/>
            <a:pathLst>
              <a:path w="2646" h="2841">
                <a:moveTo>
                  <a:pt x="2645" y="2840"/>
                </a:moveTo>
                <a:lnTo>
                  <a:pt x="1734" y="2840"/>
                </a:lnTo>
                <a:lnTo>
                  <a:pt x="1734" y="0"/>
                </a:lnTo>
                <a:lnTo>
                  <a:pt x="912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txBody>
          <a:bodyPr/>
          <a:lstStyle/>
          <a:p>
            <a:endParaRPr sz="3599">
              <a:solidFill>
                <a:schemeClr val="tx2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07F6B7D4-A26F-4D4A-ADF8-E0B4A34B6EF7}"/>
              </a:ext>
            </a:extLst>
          </p:cNvPr>
          <p:cNvSpPr>
            <a:spLocks noGrp="1"/>
          </p:cNvSpPr>
          <p:nvPr/>
        </p:nvSpPr>
        <p:spPr>
          <a:xfrm>
            <a:off x="4075592" y="3287524"/>
            <a:ext cx="3422166" cy="2741032"/>
          </a:xfrm>
          <a:custGeom>
            <a:avLst/>
            <a:gdLst>
              <a:gd name="T0" fmla="*/ 1683 w 2747"/>
              <a:gd name="T1" fmla="*/ 2200 h 2201"/>
              <a:gd name="T2" fmla="*/ 2746 w 2747"/>
              <a:gd name="T3" fmla="*/ 1138 h 2201"/>
              <a:gd name="T4" fmla="*/ 2746 w 2747"/>
              <a:gd name="T5" fmla="*/ 1138 h 2201"/>
              <a:gd name="T6" fmla="*/ 0 w 2747"/>
              <a:gd name="T7" fmla="*/ 0 h 2201"/>
              <a:gd name="T8" fmla="*/ 0 w 2747"/>
              <a:gd name="T9" fmla="*/ 1503 h 2201"/>
              <a:gd name="T10" fmla="*/ 0 w 2747"/>
              <a:gd name="T11" fmla="*/ 1503 h 2201"/>
              <a:gd name="T12" fmla="*/ 1683 w 2747"/>
              <a:gd name="T13" fmla="*/ 2200 h 2201"/>
            </a:gdLst>
            <a:ahLst/>
            <a:cxnLst/>
            <a:rect l="0" t="0" r="r" b="b"/>
            <a:pathLst>
              <a:path w="2747" h="2201">
                <a:moveTo>
                  <a:pt x="1683" y="2200"/>
                </a:moveTo>
                <a:lnTo>
                  <a:pt x="2746" y="1138"/>
                </a:lnTo>
                <a:lnTo>
                  <a:pt x="2746" y="1138"/>
                </a:lnTo>
                <a:cubicBezTo>
                  <a:pt x="2043" y="435"/>
                  <a:pt x="1072" y="0"/>
                  <a:pt x="0" y="0"/>
                </a:cubicBezTo>
                <a:lnTo>
                  <a:pt x="0" y="1503"/>
                </a:lnTo>
                <a:lnTo>
                  <a:pt x="0" y="1503"/>
                </a:lnTo>
                <a:cubicBezTo>
                  <a:pt x="657" y="1503"/>
                  <a:pt x="1253" y="1770"/>
                  <a:pt x="1683" y="220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33EBDFF4-D57A-8247-BF95-1D78F0C298DA}"/>
              </a:ext>
            </a:extLst>
          </p:cNvPr>
          <p:cNvSpPr>
            <a:spLocks noGrp="1"/>
          </p:cNvSpPr>
          <p:nvPr/>
        </p:nvSpPr>
        <p:spPr>
          <a:xfrm>
            <a:off x="6168445" y="4704730"/>
            <a:ext cx="2741032" cy="3422169"/>
          </a:xfrm>
          <a:custGeom>
            <a:avLst/>
            <a:gdLst>
              <a:gd name="T0" fmla="*/ 698 w 2202"/>
              <a:gd name="T1" fmla="*/ 2745 h 2746"/>
              <a:gd name="T2" fmla="*/ 2201 w 2202"/>
              <a:gd name="T3" fmla="*/ 2745 h 2746"/>
              <a:gd name="T4" fmla="*/ 2201 w 2202"/>
              <a:gd name="T5" fmla="*/ 2745 h 2746"/>
              <a:gd name="T6" fmla="*/ 1063 w 2202"/>
              <a:gd name="T7" fmla="*/ 0 h 2746"/>
              <a:gd name="T8" fmla="*/ 0 w 2202"/>
              <a:gd name="T9" fmla="*/ 1062 h 2746"/>
              <a:gd name="T10" fmla="*/ 0 w 2202"/>
              <a:gd name="T11" fmla="*/ 1062 h 2746"/>
              <a:gd name="T12" fmla="*/ 698 w 2202"/>
              <a:gd name="T13" fmla="*/ 2745 h 2746"/>
            </a:gdLst>
            <a:ahLst/>
            <a:cxnLst/>
            <a:rect l="0" t="0" r="r" b="b"/>
            <a:pathLst>
              <a:path w="2202" h="2746">
                <a:moveTo>
                  <a:pt x="698" y="2745"/>
                </a:moveTo>
                <a:lnTo>
                  <a:pt x="2201" y="2745"/>
                </a:lnTo>
                <a:lnTo>
                  <a:pt x="2201" y="2745"/>
                </a:lnTo>
                <a:cubicBezTo>
                  <a:pt x="2201" y="1674"/>
                  <a:pt x="1766" y="703"/>
                  <a:pt x="1063" y="0"/>
                </a:cubicBezTo>
                <a:lnTo>
                  <a:pt x="0" y="1062"/>
                </a:lnTo>
                <a:lnTo>
                  <a:pt x="0" y="1062"/>
                </a:lnTo>
                <a:cubicBezTo>
                  <a:pt x="432" y="1493"/>
                  <a:pt x="698" y="2088"/>
                  <a:pt x="698" y="2745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D1105AE9-810D-0C4B-A772-071A4784D54F}"/>
              </a:ext>
            </a:extLst>
          </p:cNvPr>
          <p:cNvSpPr>
            <a:spLocks noGrp="1"/>
          </p:cNvSpPr>
          <p:nvPr/>
        </p:nvSpPr>
        <p:spPr>
          <a:xfrm>
            <a:off x="6168445" y="8121405"/>
            <a:ext cx="2741032" cy="3422169"/>
          </a:xfrm>
          <a:custGeom>
            <a:avLst/>
            <a:gdLst>
              <a:gd name="T0" fmla="*/ 698 w 2202"/>
              <a:gd name="T1" fmla="*/ 0 h 2747"/>
              <a:gd name="T2" fmla="*/ 698 w 2202"/>
              <a:gd name="T3" fmla="*/ 0 h 2747"/>
              <a:gd name="T4" fmla="*/ 698 w 2202"/>
              <a:gd name="T5" fmla="*/ 0 h 2747"/>
              <a:gd name="T6" fmla="*/ 0 w 2202"/>
              <a:gd name="T7" fmla="*/ 1684 h 2747"/>
              <a:gd name="T8" fmla="*/ 1063 w 2202"/>
              <a:gd name="T9" fmla="*/ 2746 h 2747"/>
              <a:gd name="T10" fmla="*/ 1063 w 2202"/>
              <a:gd name="T11" fmla="*/ 2746 h 2747"/>
              <a:gd name="T12" fmla="*/ 2201 w 2202"/>
              <a:gd name="T13" fmla="*/ 0 h 2747"/>
              <a:gd name="T14" fmla="*/ 698 w 2202"/>
              <a:gd name="T15" fmla="*/ 0 h 2747"/>
            </a:gdLst>
            <a:ahLst/>
            <a:cxnLst/>
            <a:rect l="0" t="0" r="r" b="b"/>
            <a:pathLst>
              <a:path w="2202" h="2747">
                <a:moveTo>
                  <a:pt x="698" y="0"/>
                </a:moveTo>
                <a:lnTo>
                  <a:pt x="698" y="0"/>
                </a:lnTo>
                <a:lnTo>
                  <a:pt x="698" y="0"/>
                </a:lnTo>
                <a:cubicBezTo>
                  <a:pt x="698" y="658"/>
                  <a:pt x="432" y="1253"/>
                  <a:pt x="0" y="1684"/>
                </a:cubicBezTo>
                <a:lnTo>
                  <a:pt x="1063" y="2746"/>
                </a:lnTo>
                <a:lnTo>
                  <a:pt x="1063" y="2746"/>
                </a:lnTo>
                <a:cubicBezTo>
                  <a:pt x="1766" y="2044"/>
                  <a:pt x="2201" y="1073"/>
                  <a:pt x="2201" y="0"/>
                </a:cubicBezTo>
                <a:lnTo>
                  <a:pt x="698" y="0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1" name="Freeform 13">
            <a:extLst>
              <a:ext uri="{FF2B5EF4-FFF2-40B4-BE49-F238E27FC236}">
                <a16:creationId xmlns:a16="http://schemas.microsoft.com/office/drawing/2014/main" id="{90DC72B2-3984-BC48-84F0-1BEF5BC10B25}"/>
              </a:ext>
            </a:extLst>
          </p:cNvPr>
          <p:cNvSpPr>
            <a:spLocks noGrp="1"/>
          </p:cNvSpPr>
          <p:nvPr/>
        </p:nvSpPr>
        <p:spPr>
          <a:xfrm>
            <a:off x="4075592" y="10219748"/>
            <a:ext cx="3422166" cy="2741032"/>
          </a:xfrm>
          <a:custGeom>
            <a:avLst/>
            <a:gdLst>
              <a:gd name="T0" fmla="*/ 1683 w 2747"/>
              <a:gd name="T1" fmla="*/ 0 h 2201"/>
              <a:gd name="T2" fmla="*/ 1683 w 2747"/>
              <a:gd name="T3" fmla="*/ 0 h 2201"/>
              <a:gd name="T4" fmla="*/ 0 w 2747"/>
              <a:gd name="T5" fmla="*/ 697 h 2201"/>
              <a:gd name="T6" fmla="*/ 0 w 2747"/>
              <a:gd name="T7" fmla="*/ 2200 h 2201"/>
              <a:gd name="T8" fmla="*/ 0 w 2747"/>
              <a:gd name="T9" fmla="*/ 2200 h 2201"/>
              <a:gd name="T10" fmla="*/ 2746 w 2747"/>
              <a:gd name="T11" fmla="*/ 1062 h 2201"/>
              <a:gd name="T12" fmla="*/ 1683 w 2747"/>
              <a:gd name="T13" fmla="*/ 0 h 2201"/>
            </a:gdLst>
            <a:ahLst/>
            <a:cxnLst/>
            <a:rect l="0" t="0" r="r" b="b"/>
            <a:pathLst>
              <a:path w="2747" h="2201">
                <a:moveTo>
                  <a:pt x="1683" y="0"/>
                </a:moveTo>
                <a:lnTo>
                  <a:pt x="1683" y="0"/>
                </a:lnTo>
                <a:cubicBezTo>
                  <a:pt x="1253" y="430"/>
                  <a:pt x="657" y="697"/>
                  <a:pt x="0" y="697"/>
                </a:cubicBezTo>
                <a:lnTo>
                  <a:pt x="0" y="2200"/>
                </a:lnTo>
                <a:lnTo>
                  <a:pt x="0" y="2200"/>
                </a:lnTo>
                <a:cubicBezTo>
                  <a:pt x="1072" y="2200"/>
                  <a:pt x="2043" y="1765"/>
                  <a:pt x="2746" y="1062"/>
                </a:cubicBezTo>
                <a:lnTo>
                  <a:pt x="1683" y="0"/>
                </a:ln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2" name="Freeform 86">
            <a:extLst>
              <a:ext uri="{FF2B5EF4-FFF2-40B4-BE49-F238E27FC236}">
                <a16:creationId xmlns:a16="http://schemas.microsoft.com/office/drawing/2014/main" id="{1BE9D71D-8C4E-7747-9775-B8324964D4EF}"/>
              </a:ext>
            </a:extLst>
          </p:cNvPr>
          <p:cNvSpPr>
            <a:spLocks noGrp="1"/>
          </p:cNvSpPr>
          <p:nvPr/>
        </p:nvSpPr>
        <p:spPr>
          <a:xfrm>
            <a:off x="1653157" y="5704461"/>
            <a:ext cx="4839376" cy="4833881"/>
          </a:xfrm>
          <a:custGeom>
            <a:avLst/>
            <a:gdLst>
              <a:gd name="T0" fmla="*/ 1942 w 3884"/>
              <a:gd name="T1" fmla="*/ 3089 h 3882"/>
              <a:gd name="T2" fmla="*/ 1942 w 3884"/>
              <a:gd name="T3" fmla="*/ 3089 h 3882"/>
              <a:gd name="T4" fmla="*/ 793 w 3884"/>
              <a:gd name="T5" fmla="*/ 1940 h 3882"/>
              <a:gd name="T6" fmla="*/ 793 w 3884"/>
              <a:gd name="T7" fmla="*/ 1940 h 3882"/>
              <a:gd name="T8" fmla="*/ 1942 w 3884"/>
              <a:gd name="T9" fmla="*/ 792 h 3882"/>
              <a:gd name="T10" fmla="*/ 1942 w 3884"/>
              <a:gd name="T11" fmla="*/ 792 h 3882"/>
              <a:gd name="T12" fmla="*/ 3091 w 3884"/>
              <a:gd name="T13" fmla="*/ 1940 h 3882"/>
              <a:gd name="T14" fmla="*/ 3091 w 3884"/>
              <a:gd name="T15" fmla="*/ 1940 h 3882"/>
              <a:gd name="T16" fmla="*/ 1942 w 3884"/>
              <a:gd name="T17" fmla="*/ 3089 h 3882"/>
              <a:gd name="T18" fmla="*/ 3469 w 3884"/>
              <a:gd name="T19" fmla="*/ 1519 h 3882"/>
              <a:gd name="T20" fmla="*/ 3469 w 3884"/>
              <a:gd name="T21" fmla="*/ 1519 h 3882"/>
              <a:gd name="T22" fmla="*/ 3319 w 3884"/>
              <a:gd name="T23" fmla="*/ 1159 h 3882"/>
              <a:gd name="T24" fmla="*/ 3463 w 3884"/>
              <a:gd name="T25" fmla="*/ 716 h 3882"/>
              <a:gd name="T26" fmla="*/ 3167 w 3884"/>
              <a:gd name="T27" fmla="*/ 421 h 3882"/>
              <a:gd name="T28" fmla="*/ 2723 w 3884"/>
              <a:gd name="T29" fmla="*/ 564 h 3882"/>
              <a:gd name="T30" fmla="*/ 2723 w 3884"/>
              <a:gd name="T31" fmla="*/ 564 h 3882"/>
              <a:gd name="T32" fmla="*/ 2363 w 3884"/>
              <a:gd name="T33" fmla="*/ 414 h 3882"/>
              <a:gd name="T34" fmla="*/ 2151 w 3884"/>
              <a:gd name="T35" fmla="*/ 0 h 3882"/>
              <a:gd name="T36" fmla="*/ 1733 w 3884"/>
              <a:gd name="T37" fmla="*/ 0 h 3882"/>
              <a:gd name="T38" fmla="*/ 1520 w 3884"/>
              <a:gd name="T39" fmla="*/ 414 h 3882"/>
              <a:gd name="T40" fmla="*/ 1520 w 3884"/>
              <a:gd name="T41" fmla="*/ 414 h 3882"/>
              <a:gd name="T42" fmla="*/ 1160 w 3884"/>
              <a:gd name="T43" fmla="*/ 564 h 3882"/>
              <a:gd name="T44" fmla="*/ 717 w 3884"/>
              <a:gd name="T45" fmla="*/ 421 h 3882"/>
              <a:gd name="T46" fmla="*/ 421 w 3884"/>
              <a:gd name="T47" fmla="*/ 716 h 3882"/>
              <a:gd name="T48" fmla="*/ 564 w 3884"/>
              <a:gd name="T49" fmla="*/ 1159 h 3882"/>
              <a:gd name="T50" fmla="*/ 564 w 3884"/>
              <a:gd name="T51" fmla="*/ 1159 h 3882"/>
              <a:gd name="T52" fmla="*/ 415 w 3884"/>
              <a:gd name="T53" fmla="*/ 1519 h 3882"/>
              <a:gd name="T54" fmla="*/ 0 w 3884"/>
              <a:gd name="T55" fmla="*/ 1731 h 3882"/>
              <a:gd name="T56" fmla="*/ 0 w 3884"/>
              <a:gd name="T57" fmla="*/ 2149 h 3882"/>
              <a:gd name="T58" fmla="*/ 415 w 3884"/>
              <a:gd name="T59" fmla="*/ 2362 h 3882"/>
              <a:gd name="T60" fmla="*/ 415 w 3884"/>
              <a:gd name="T61" fmla="*/ 2362 h 3882"/>
              <a:gd name="T62" fmla="*/ 564 w 3884"/>
              <a:gd name="T63" fmla="*/ 2721 h 3882"/>
              <a:gd name="T64" fmla="*/ 421 w 3884"/>
              <a:gd name="T65" fmla="*/ 3165 h 3882"/>
              <a:gd name="T66" fmla="*/ 717 w 3884"/>
              <a:gd name="T67" fmla="*/ 3461 h 3882"/>
              <a:gd name="T68" fmla="*/ 1160 w 3884"/>
              <a:gd name="T69" fmla="*/ 3318 h 3882"/>
              <a:gd name="T70" fmla="*/ 1160 w 3884"/>
              <a:gd name="T71" fmla="*/ 3318 h 3882"/>
              <a:gd name="T72" fmla="*/ 1520 w 3884"/>
              <a:gd name="T73" fmla="*/ 3467 h 3882"/>
              <a:gd name="T74" fmla="*/ 1733 w 3884"/>
              <a:gd name="T75" fmla="*/ 3881 h 3882"/>
              <a:gd name="T76" fmla="*/ 2151 w 3884"/>
              <a:gd name="T77" fmla="*/ 3881 h 3882"/>
              <a:gd name="T78" fmla="*/ 2363 w 3884"/>
              <a:gd name="T79" fmla="*/ 3467 h 3882"/>
              <a:gd name="T80" fmla="*/ 2363 w 3884"/>
              <a:gd name="T81" fmla="*/ 3467 h 3882"/>
              <a:gd name="T82" fmla="*/ 2723 w 3884"/>
              <a:gd name="T83" fmla="*/ 3318 h 3882"/>
              <a:gd name="T84" fmla="*/ 3167 w 3884"/>
              <a:gd name="T85" fmla="*/ 3461 h 3882"/>
              <a:gd name="T86" fmla="*/ 3463 w 3884"/>
              <a:gd name="T87" fmla="*/ 3165 h 3882"/>
              <a:gd name="T88" fmla="*/ 3319 w 3884"/>
              <a:gd name="T89" fmla="*/ 2721 h 3882"/>
              <a:gd name="T90" fmla="*/ 3319 w 3884"/>
              <a:gd name="T91" fmla="*/ 2721 h 3882"/>
              <a:gd name="T92" fmla="*/ 3469 w 3884"/>
              <a:gd name="T93" fmla="*/ 2362 h 3882"/>
              <a:gd name="T94" fmla="*/ 3883 w 3884"/>
              <a:gd name="T95" fmla="*/ 2149 h 3882"/>
              <a:gd name="T96" fmla="*/ 3883 w 3884"/>
              <a:gd name="T97" fmla="*/ 1731 h 3882"/>
              <a:gd name="T98" fmla="*/ 3469 w 3884"/>
              <a:gd name="T99" fmla="*/ 1519 h 3882"/>
            </a:gdLst>
            <a:ahLst/>
            <a:cxnLst/>
            <a:rect l="0" t="0" r="r" b="b"/>
            <a:pathLst>
              <a:path w="3884" h="3882">
                <a:moveTo>
                  <a:pt x="1942" y="3089"/>
                </a:moveTo>
                <a:lnTo>
                  <a:pt x="1942" y="3089"/>
                </a:lnTo>
                <a:cubicBezTo>
                  <a:pt x="1307" y="3089"/>
                  <a:pt x="793" y="2575"/>
                  <a:pt x="793" y="1940"/>
                </a:cubicBezTo>
                <a:lnTo>
                  <a:pt x="793" y="1940"/>
                </a:lnTo>
                <a:cubicBezTo>
                  <a:pt x="793" y="1306"/>
                  <a:pt x="1307" y="792"/>
                  <a:pt x="1942" y="792"/>
                </a:cubicBezTo>
                <a:lnTo>
                  <a:pt x="1942" y="792"/>
                </a:lnTo>
                <a:cubicBezTo>
                  <a:pt x="2577" y="792"/>
                  <a:pt x="3091" y="1306"/>
                  <a:pt x="3091" y="1940"/>
                </a:cubicBezTo>
                <a:lnTo>
                  <a:pt x="3091" y="1940"/>
                </a:lnTo>
                <a:cubicBezTo>
                  <a:pt x="3091" y="2575"/>
                  <a:pt x="2577" y="3089"/>
                  <a:pt x="1942" y="3089"/>
                </a:cubicBezTo>
                <a:close/>
                <a:moveTo>
                  <a:pt x="3469" y="1519"/>
                </a:moveTo>
                <a:lnTo>
                  <a:pt x="3469" y="1519"/>
                </a:lnTo>
                <a:cubicBezTo>
                  <a:pt x="3434" y="1391"/>
                  <a:pt x="3383" y="1271"/>
                  <a:pt x="3319" y="1159"/>
                </a:cubicBezTo>
                <a:lnTo>
                  <a:pt x="3463" y="716"/>
                </a:lnTo>
                <a:lnTo>
                  <a:pt x="3167" y="421"/>
                </a:lnTo>
                <a:lnTo>
                  <a:pt x="2723" y="564"/>
                </a:lnTo>
                <a:lnTo>
                  <a:pt x="2723" y="564"/>
                </a:lnTo>
                <a:cubicBezTo>
                  <a:pt x="2611" y="500"/>
                  <a:pt x="2490" y="449"/>
                  <a:pt x="2363" y="414"/>
                </a:cubicBezTo>
                <a:lnTo>
                  <a:pt x="2151" y="0"/>
                </a:lnTo>
                <a:lnTo>
                  <a:pt x="1733" y="0"/>
                </a:lnTo>
                <a:lnTo>
                  <a:pt x="1520" y="414"/>
                </a:lnTo>
                <a:lnTo>
                  <a:pt x="1520" y="414"/>
                </a:lnTo>
                <a:cubicBezTo>
                  <a:pt x="1393" y="449"/>
                  <a:pt x="1273" y="500"/>
                  <a:pt x="1160" y="564"/>
                </a:cubicBezTo>
                <a:lnTo>
                  <a:pt x="717" y="421"/>
                </a:lnTo>
                <a:lnTo>
                  <a:pt x="421" y="716"/>
                </a:lnTo>
                <a:lnTo>
                  <a:pt x="564" y="1159"/>
                </a:lnTo>
                <a:lnTo>
                  <a:pt x="564" y="1159"/>
                </a:lnTo>
                <a:cubicBezTo>
                  <a:pt x="500" y="1271"/>
                  <a:pt x="450" y="1391"/>
                  <a:pt x="415" y="1519"/>
                </a:cubicBezTo>
                <a:lnTo>
                  <a:pt x="0" y="1731"/>
                </a:lnTo>
                <a:lnTo>
                  <a:pt x="0" y="2149"/>
                </a:lnTo>
                <a:lnTo>
                  <a:pt x="415" y="2362"/>
                </a:lnTo>
                <a:lnTo>
                  <a:pt x="415" y="2362"/>
                </a:lnTo>
                <a:cubicBezTo>
                  <a:pt x="450" y="2489"/>
                  <a:pt x="500" y="2610"/>
                  <a:pt x="564" y="2721"/>
                </a:cubicBezTo>
                <a:lnTo>
                  <a:pt x="421" y="3165"/>
                </a:lnTo>
                <a:lnTo>
                  <a:pt x="717" y="3461"/>
                </a:lnTo>
                <a:lnTo>
                  <a:pt x="1160" y="3318"/>
                </a:lnTo>
                <a:lnTo>
                  <a:pt x="1160" y="3318"/>
                </a:lnTo>
                <a:cubicBezTo>
                  <a:pt x="1273" y="3381"/>
                  <a:pt x="1393" y="3432"/>
                  <a:pt x="1520" y="3467"/>
                </a:cubicBezTo>
                <a:lnTo>
                  <a:pt x="1733" y="3881"/>
                </a:lnTo>
                <a:lnTo>
                  <a:pt x="2151" y="3881"/>
                </a:lnTo>
                <a:lnTo>
                  <a:pt x="2363" y="3467"/>
                </a:lnTo>
                <a:lnTo>
                  <a:pt x="2363" y="3467"/>
                </a:lnTo>
                <a:cubicBezTo>
                  <a:pt x="2490" y="3432"/>
                  <a:pt x="2611" y="3381"/>
                  <a:pt x="2723" y="3318"/>
                </a:cubicBezTo>
                <a:lnTo>
                  <a:pt x="3167" y="3461"/>
                </a:lnTo>
                <a:lnTo>
                  <a:pt x="3463" y="3165"/>
                </a:lnTo>
                <a:lnTo>
                  <a:pt x="3319" y="2721"/>
                </a:lnTo>
                <a:lnTo>
                  <a:pt x="3319" y="2721"/>
                </a:lnTo>
                <a:cubicBezTo>
                  <a:pt x="3383" y="2610"/>
                  <a:pt x="3434" y="2489"/>
                  <a:pt x="3469" y="2362"/>
                </a:cubicBezTo>
                <a:lnTo>
                  <a:pt x="3883" y="2149"/>
                </a:lnTo>
                <a:lnTo>
                  <a:pt x="3883" y="1731"/>
                </a:lnTo>
                <a:lnTo>
                  <a:pt x="3469" y="1519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3" name="Freeform 420">
            <a:extLst>
              <a:ext uri="{FF2B5EF4-FFF2-40B4-BE49-F238E27FC236}">
                <a16:creationId xmlns:a16="http://schemas.microsoft.com/office/drawing/2014/main" id="{2D40849D-E961-2B4A-BD57-59862A3509D1}"/>
              </a:ext>
            </a:extLst>
          </p:cNvPr>
          <p:cNvSpPr>
            <a:spLocks noGrp="1"/>
          </p:cNvSpPr>
          <p:nvPr/>
        </p:nvSpPr>
        <p:spPr>
          <a:xfrm>
            <a:off x="21164459" y="7039276"/>
            <a:ext cx="1098609" cy="1345795"/>
          </a:xfrm>
          <a:custGeom>
            <a:avLst/>
            <a:gdLst>
              <a:gd name="T0" fmla="*/ 441 w 883"/>
              <a:gd name="T1" fmla="*/ 245 h 1079"/>
              <a:gd name="T2" fmla="*/ 49 w 883"/>
              <a:gd name="T3" fmla="*/ 147 h 1079"/>
              <a:gd name="T4" fmla="*/ 441 w 883"/>
              <a:gd name="T5" fmla="*/ 49 h 1079"/>
              <a:gd name="T6" fmla="*/ 833 w 883"/>
              <a:gd name="T7" fmla="*/ 147 h 1079"/>
              <a:gd name="T8" fmla="*/ 833 w 883"/>
              <a:gd name="T9" fmla="*/ 276 h 1079"/>
              <a:gd name="T10" fmla="*/ 833 w 883"/>
              <a:gd name="T11" fmla="*/ 343 h 1079"/>
              <a:gd name="T12" fmla="*/ 441 w 883"/>
              <a:gd name="T13" fmla="*/ 441 h 1079"/>
              <a:gd name="T14" fmla="*/ 49 w 883"/>
              <a:gd name="T15" fmla="*/ 276 h 1079"/>
              <a:gd name="T16" fmla="*/ 49 w 883"/>
              <a:gd name="T17" fmla="*/ 214 h 1079"/>
              <a:gd name="T18" fmla="*/ 441 w 883"/>
              <a:gd name="T19" fmla="*/ 294 h 1079"/>
              <a:gd name="T20" fmla="*/ 833 w 883"/>
              <a:gd name="T21" fmla="*/ 276 h 1079"/>
              <a:gd name="T22" fmla="*/ 441 w 883"/>
              <a:gd name="T23" fmla="*/ 539 h 1079"/>
              <a:gd name="T24" fmla="*/ 49 w 883"/>
              <a:gd name="T25" fmla="*/ 441 h 1079"/>
              <a:gd name="T26" fmla="*/ 61 w 883"/>
              <a:gd name="T27" fmla="*/ 417 h 1079"/>
              <a:gd name="T28" fmla="*/ 441 w 883"/>
              <a:gd name="T29" fmla="*/ 490 h 1079"/>
              <a:gd name="T30" fmla="*/ 821 w 883"/>
              <a:gd name="T31" fmla="*/ 417 h 1079"/>
              <a:gd name="T32" fmla="*/ 833 w 883"/>
              <a:gd name="T33" fmla="*/ 441 h 1079"/>
              <a:gd name="T34" fmla="*/ 833 w 883"/>
              <a:gd name="T35" fmla="*/ 570 h 1079"/>
              <a:gd name="T36" fmla="*/ 833 w 883"/>
              <a:gd name="T37" fmla="*/ 637 h 1079"/>
              <a:gd name="T38" fmla="*/ 441 w 883"/>
              <a:gd name="T39" fmla="*/ 735 h 1079"/>
              <a:gd name="T40" fmla="*/ 49 w 883"/>
              <a:gd name="T41" fmla="*/ 570 h 1079"/>
              <a:gd name="T42" fmla="*/ 49 w 883"/>
              <a:gd name="T43" fmla="*/ 508 h 1079"/>
              <a:gd name="T44" fmla="*/ 441 w 883"/>
              <a:gd name="T45" fmla="*/ 588 h 1079"/>
              <a:gd name="T46" fmla="*/ 833 w 883"/>
              <a:gd name="T47" fmla="*/ 570 h 1079"/>
              <a:gd name="T48" fmla="*/ 441 w 883"/>
              <a:gd name="T49" fmla="*/ 833 h 1079"/>
              <a:gd name="T50" fmla="*/ 49 w 883"/>
              <a:gd name="T51" fmla="*/ 735 h 1079"/>
              <a:gd name="T52" fmla="*/ 61 w 883"/>
              <a:gd name="T53" fmla="*/ 711 h 1079"/>
              <a:gd name="T54" fmla="*/ 441 w 883"/>
              <a:gd name="T55" fmla="*/ 784 h 1079"/>
              <a:gd name="T56" fmla="*/ 821 w 883"/>
              <a:gd name="T57" fmla="*/ 711 h 1079"/>
              <a:gd name="T58" fmla="*/ 833 w 883"/>
              <a:gd name="T59" fmla="*/ 735 h 1079"/>
              <a:gd name="T60" fmla="*/ 833 w 883"/>
              <a:gd name="T61" fmla="*/ 864 h 1079"/>
              <a:gd name="T62" fmla="*/ 833 w 883"/>
              <a:gd name="T63" fmla="*/ 931 h 1079"/>
              <a:gd name="T64" fmla="*/ 441 w 883"/>
              <a:gd name="T65" fmla="*/ 1029 h 1079"/>
              <a:gd name="T66" fmla="*/ 49 w 883"/>
              <a:gd name="T67" fmla="*/ 864 h 1079"/>
              <a:gd name="T68" fmla="*/ 49 w 883"/>
              <a:gd name="T69" fmla="*/ 802 h 1079"/>
              <a:gd name="T70" fmla="*/ 441 w 883"/>
              <a:gd name="T71" fmla="*/ 881 h 1079"/>
              <a:gd name="T72" fmla="*/ 833 w 883"/>
              <a:gd name="T73" fmla="*/ 864 h 1079"/>
              <a:gd name="T74" fmla="*/ 882 w 883"/>
              <a:gd name="T75" fmla="*/ 147 h 1079"/>
              <a:gd name="T76" fmla="*/ 441 w 883"/>
              <a:gd name="T77" fmla="*/ 0 h 1079"/>
              <a:gd name="T78" fmla="*/ 0 w 883"/>
              <a:gd name="T79" fmla="*/ 343 h 1079"/>
              <a:gd name="T80" fmla="*/ 26 w 883"/>
              <a:gd name="T81" fmla="*/ 392 h 1079"/>
              <a:gd name="T82" fmla="*/ 0 w 883"/>
              <a:gd name="T83" fmla="*/ 441 h 1079"/>
              <a:gd name="T84" fmla="*/ 0 w 883"/>
              <a:gd name="T85" fmla="*/ 637 h 1079"/>
              <a:gd name="T86" fmla="*/ 26 w 883"/>
              <a:gd name="T87" fmla="*/ 686 h 1079"/>
              <a:gd name="T88" fmla="*/ 0 w 883"/>
              <a:gd name="T89" fmla="*/ 931 h 1079"/>
              <a:gd name="T90" fmla="*/ 441 w 883"/>
              <a:gd name="T91" fmla="*/ 1078 h 1079"/>
              <a:gd name="T92" fmla="*/ 882 w 883"/>
              <a:gd name="T93" fmla="*/ 931 h 1079"/>
              <a:gd name="T94" fmla="*/ 882 w 883"/>
              <a:gd name="T95" fmla="*/ 735 h 1079"/>
              <a:gd name="T96" fmla="*/ 856 w 883"/>
              <a:gd name="T97" fmla="*/ 686 h 1079"/>
              <a:gd name="T98" fmla="*/ 882 w 883"/>
              <a:gd name="T99" fmla="*/ 441 h 1079"/>
              <a:gd name="T100" fmla="*/ 856 w 883"/>
              <a:gd name="T101" fmla="*/ 392 h 1079"/>
              <a:gd name="T102" fmla="*/ 882 w 883"/>
              <a:gd name="T103" fmla="*/ 343 h 1079"/>
            </a:gdLst>
            <a:ahLst/>
            <a:cxnLst/>
            <a:rect l="0" t="0" r="r" b="b"/>
            <a:pathLst>
              <a:path w="883" h="1079">
                <a:moveTo>
                  <a:pt x="441" y="245"/>
                </a:moveTo>
                <a:lnTo>
                  <a:pt x="441" y="245"/>
                </a:lnTo>
                <a:cubicBezTo>
                  <a:pt x="225" y="245"/>
                  <a:pt x="49" y="201"/>
                  <a:pt x="49" y="147"/>
                </a:cubicBezTo>
                <a:lnTo>
                  <a:pt x="49" y="147"/>
                </a:lnTo>
                <a:cubicBezTo>
                  <a:pt x="49" y="93"/>
                  <a:pt x="225" y="49"/>
                  <a:pt x="441" y="49"/>
                </a:cubicBezTo>
                <a:lnTo>
                  <a:pt x="441" y="49"/>
                </a:lnTo>
                <a:cubicBezTo>
                  <a:pt x="658" y="49"/>
                  <a:pt x="833" y="93"/>
                  <a:pt x="833" y="147"/>
                </a:cubicBezTo>
                <a:lnTo>
                  <a:pt x="833" y="147"/>
                </a:lnTo>
                <a:cubicBezTo>
                  <a:pt x="833" y="201"/>
                  <a:pt x="658" y="245"/>
                  <a:pt x="441" y="245"/>
                </a:cubicBezTo>
                <a:close/>
                <a:moveTo>
                  <a:pt x="833" y="276"/>
                </a:moveTo>
                <a:lnTo>
                  <a:pt x="833" y="343"/>
                </a:lnTo>
                <a:lnTo>
                  <a:pt x="833" y="343"/>
                </a:lnTo>
                <a:cubicBezTo>
                  <a:pt x="833" y="397"/>
                  <a:pt x="658" y="441"/>
                  <a:pt x="441" y="441"/>
                </a:cubicBezTo>
                <a:lnTo>
                  <a:pt x="441" y="441"/>
                </a:lnTo>
                <a:cubicBezTo>
                  <a:pt x="225" y="441"/>
                  <a:pt x="49" y="397"/>
                  <a:pt x="49" y="343"/>
                </a:cubicBezTo>
                <a:lnTo>
                  <a:pt x="49" y="276"/>
                </a:lnTo>
                <a:lnTo>
                  <a:pt x="49" y="214"/>
                </a:lnTo>
                <a:lnTo>
                  <a:pt x="49" y="214"/>
                </a:lnTo>
                <a:cubicBezTo>
                  <a:pt x="123" y="261"/>
                  <a:pt x="270" y="294"/>
                  <a:pt x="441" y="294"/>
                </a:cubicBezTo>
                <a:lnTo>
                  <a:pt x="441" y="294"/>
                </a:lnTo>
                <a:cubicBezTo>
                  <a:pt x="612" y="294"/>
                  <a:pt x="760" y="261"/>
                  <a:pt x="833" y="214"/>
                </a:cubicBezTo>
                <a:lnTo>
                  <a:pt x="833" y="276"/>
                </a:lnTo>
                <a:close/>
                <a:moveTo>
                  <a:pt x="441" y="539"/>
                </a:moveTo>
                <a:lnTo>
                  <a:pt x="441" y="539"/>
                </a:lnTo>
                <a:cubicBezTo>
                  <a:pt x="225" y="539"/>
                  <a:pt x="49" y="495"/>
                  <a:pt x="49" y="441"/>
                </a:cubicBezTo>
                <a:lnTo>
                  <a:pt x="49" y="441"/>
                </a:lnTo>
                <a:cubicBezTo>
                  <a:pt x="49" y="433"/>
                  <a:pt x="53" y="425"/>
                  <a:pt x="61" y="417"/>
                </a:cubicBezTo>
                <a:lnTo>
                  <a:pt x="61" y="417"/>
                </a:lnTo>
                <a:cubicBezTo>
                  <a:pt x="138" y="461"/>
                  <a:pt x="279" y="490"/>
                  <a:pt x="441" y="490"/>
                </a:cubicBezTo>
                <a:lnTo>
                  <a:pt x="441" y="490"/>
                </a:lnTo>
                <a:cubicBezTo>
                  <a:pt x="603" y="490"/>
                  <a:pt x="745" y="461"/>
                  <a:pt x="821" y="417"/>
                </a:cubicBezTo>
                <a:lnTo>
                  <a:pt x="821" y="417"/>
                </a:lnTo>
                <a:cubicBezTo>
                  <a:pt x="828" y="425"/>
                  <a:pt x="833" y="433"/>
                  <a:pt x="833" y="441"/>
                </a:cubicBezTo>
                <a:lnTo>
                  <a:pt x="833" y="441"/>
                </a:lnTo>
                <a:cubicBezTo>
                  <a:pt x="833" y="495"/>
                  <a:pt x="658" y="539"/>
                  <a:pt x="441" y="539"/>
                </a:cubicBezTo>
                <a:close/>
                <a:moveTo>
                  <a:pt x="833" y="570"/>
                </a:moveTo>
                <a:lnTo>
                  <a:pt x="833" y="637"/>
                </a:lnTo>
                <a:lnTo>
                  <a:pt x="833" y="637"/>
                </a:lnTo>
                <a:cubicBezTo>
                  <a:pt x="833" y="691"/>
                  <a:pt x="658" y="735"/>
                  <a:pt x="441" y="735"/>
                </a:cubicBezTo>
                <a:lnTo>
                  <a:pt x="441" y="735"/>
                </a:lnTo>
                <a:cubicBezTo>
                  <a:pt x="225" y="735"/>
                  <a:pt x="49" y="691"/>
                  <a:pt x="49" y="637"/>
                </a:cubicBezTo>
                <a:lnTo>
                  <a:pt x="49" y="570"/>
                </a:lnTo>
                <a:lnTo>
                  <a:pt x="49" y="508"/>
                </a:lnTo>
                <a:lnTo>
                  <a:pt x="49" y="508"/>
                </a:lnTo>
                <a:cubicBezTo>
                  <a:pt x="123" y="556"/>
                  <a:pt x="270" y="588"/>
                  <a:pt x="441" y="588"/>
                </a:cubicBezTo>
                <a:lnTo>
                  <a:pt x="441" y="588"/>
                </a:lnTo>
                <a:cubicBezTo>
                  <a:pt x="612" y="588"/>
                  <a:pt x="760" y="556"/>
                  <a:pt x="833" y="508"/>
                </a:cubicBezTo>
                <a:lnTo>
                  <a:pt x="833" y="570"/>
                </a:lnTo>
                <a:close/>
                <a:moveTo>
                  <a:pt x="441" y="833"/>
                </a:moveTo>
                <a:lnTo>
                  <a:pt x="441" y="833"/>
                </a:lnTo>
                <a:cubicBezTo>
                  <a:pt x="225" y="833"/>
                  <a:pt x="49" y="789"/>
                  <a:pt x="49" y="735"/>
                </a:cubicBezTo>
                <a:lnTo>
                  <a:pt x="49" y="735"/>
                </a:lnTo>
                <a:cubicBezTo>
                  <a:pt x="49" y="727"/>
                  <a:pt x="53" y="719"/>
                  <a:pt x="61" y="711"/>
                </a:cubicBezTo>
                <a:lnTo>
                  <a:pt x="61" y="711"/>
                </a:lnTo>
                <a:cubicBezTo>
                  <a:pt x="138" y="754"/>
                  <a:pt x="279" y="784"/>
                  <a:pt x="441" y="784"/>
                </a:cubicBezTo>
                <a:lnTo>
                  <a:pt x="441" y="784"/>
                </a:lnTo>
                <a:cubicBezTo>
                  <a:pt x="603" y="784"/>
                  <a:pt x="745" y="754"/>
                  <a:pt x="821" y="711"/>
                </a:cubicBezTo>
                <a:lnTo>
                  <a:pt x="821" y="711"/>
                </a:lnTo>
                <a:cubicBezTo>
                  <a:pt x="828" y="719"/>
                  <a:pt x="833" y="727"/>
                  <a:pt x="833" y="735"/>
                </a:cubicBezTo>
                <a:lnTo>
                  <a:pt x="833" y="735"/>
                </a:lnTo>
                <a:cubicBezTo>
                  <a:pt x="833" y="789"/>
                  <a:pt x="658" y="833"/>
                  <a:pt x="441" y="833"/>
                </a:cubicBezTo>
                <a:close/>
                <a:moveTo>
                  <a:pt x="833" y="864"/>
                </a:moveTo>
                <a:lnTo>
                  <a:pt x="833" y="931"/>
                </a:lnTo>
                <a:lnTo>
                  <a:pt x="833" y="931"/>
                </a:lnTo>
                <a:cubicBezTo>
                  <a:pt x="833" y="985"/>
                  <a:pt x="658" y="1029"/>
                  <a:pt x="441" y="1029"/>
                </a:cubicBezTo>
                <a:lnTo>
                  <a:pt x="441" y="1029"/>
                </a:lnTo>
                <a:cubicBezTo>
                  <a:pt x="225" y="1029"/>
                  <a:pt x="49" y="985"/>
                  <a:pt x="49" y="931"/>
                </a:cubicBezTo>
                <a:lnTo>
                  <a:pt x="49" y="864"/>
                </a:lnTo>
                <a:lnTo>
                  <a:pt x="49" y="802"/>
                </a:lnTo>
                <a:lnTo>
                  <a:pt x="49" y="802"/>
                </a:lnTo>
                <a:cubicBezTo>
                  <a:pt x="123" y="849"/>
                  <a:pt x="270" y="881"/>
                  <a:pt x="441" y="881"/>
                </a:cubicBezTo>
                <a:lnTo>
                  <a:pt x="441" y="881"/>
                </a:lnTo>
                <a:cubicBezTo>
                  <a:pt x="612" y="881"/>
                  <a:pt x="760" y="849"/>
                  <a:pt x="833" y="802"/>
                </a:cubicBezTo>
                <a:lnTo>
                  <a:pt x="833" y="864"/>
                </a:lnTo>
                <a:close/>
                <a:moveTo>
                  <a:pt x="882" y="147"/>
                </a:moveTo>
                <a:lnTo>
                  <a:pt x="882" y="147"/>
                </a:lnTo>
                <a:cubicBezTo>
                  <a:pt x="882" y="66"/>
                  <a:pt x="684" y="0"/>
                  <a:pt x="441" y="0"/>
                </a:cubicBezTo>
                <a:lnTo>
                  <a:pt x="441" y="0"/>
                </a:lnTo>
                <a:cubicBezTo>
                  <a:pt x="198" y="0"/>
                  <a:pt x="0" y="66"/>
                  <a:pt x="0" y="147"/>
                </a:cubicBezTo>
                <a:lnTo>
                  <a:pt x="0" y="343"/>
                </a:lnTo>
                <a:lnTo>
                  <a:pt x="0" y="343"/>
                </a:lnTo>
                <a:cubicBezTo>
                  <a:pt x="0" y="360"/>
                  <a:pt x="10" y="376"/>
                  <a:pt x="26" y="392"/>
                </a:cubicBezTo>
                <a:lnTo>
                  <a:pt x="26" y="392"/>
                </a:lnTo>
                <a:cubicBezTo>
                  <a:pt x="10" y="407"/>
                  <a:pt x="0" y="423"/>
                  <a:pt x="0" y="441"/>
                </a:cubicBezTo>
                <a:lnTo>
                  <a:pt x="0" y="637"/>
                </a:lnTo>
                <a:lnTo>
                  <a:pt x="0" y="637"/>
                </a:lnTo>
                <a:cubicBezTo>
                  <a:pt x="0" y="654"/>
                  <a:pt x="10" y="670"/>
                  <a:pt x="26" y="686"/>
                </a:cubicBezTo>
                <a:lnTo>
                  <a:pt x="26" y="686"/>
                </a:lnTo>
                <a:cubicBezTo>
                  <a:pt x="10" y="701"/>
                  <a:pt x="0" y="718"/>
                  <a:pt x="0" y="735"/>
                </a:cubicBezTo>
                <a:lnTo>
                  <a:pt x="0" y="931"/>
                </a:lnTo>
                <a:lnTo>
                  <a:pt x="0" y="931"/>
                </a:lnTo>
                <a:cubicBezTo>
                  <a:pt x="0" y="1012"/>
                  <a:pt x="198" y="1078"/>
                  <a:pt x="441" y="1078"/>
                </a:cubicBezTo>
                <a:lnTo>
                  <a:pt x="441" y="1078"/>
                </a:lnTo>
                <a:cubicBezTo>
                  <a:pt x="684" y="1078"/>
                  <a:pt x="882" y="1012"/>
                  <a:pt x="882" y="931"/>
                </a:cubicBezTo>
                <a:lnTo>
                  <a:pt x="882" y="735"/>
                </a:lnTo>
                <a:lnTo>
                  <a:pt x="882" y="735"/>
                </a:lnTo>
                <a:cubicBezTo>
                  <a:pt x="882" y="718"/>
                  <a:pt x="872" y="701"/>
                  <a:pt x="856" y="686"/>
                </a:cubicBezTo>
                <a:lnTo>
                  <a:pt x="856" y="686"/>
                </a:lnTo>
                <a:cubicBezTo>
                  <a:pt x="872" y="670"/>
                  <a:pt x="882" y="654"/>
                  <a:pt x="882" y="637"/>
                </a:cubicBezTo>
                <a:lnTo>
                  <a:pt x="882" y="441"/>
                </a:lnTo>
                <a:lnTo>
                  <a:pt x="882" y="441"/>
                </a:lnTo>
                <a:cubicBezTo>
                  <a:pt x="882" y="423"/>
                  <a:pt x="872" y="407"/>
                  <a:pt x="856" y="392"/>
                </a:cubicBezTo>
                <a:lnTo>
                  <a:pt x="856" y="392"/>
                </a:lnTo>
                <a:cubicBezTo>
                  <a:pt x="872" y="376"/>
                  <a:pt x="882" y="360"/>
                  <a:pt x="882" y="343"/>
                </a:cubicBezTo>
                <a:lnTo>
                  <a:pt x="882" y="14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D680D-2D4D-D644-A151-740E4B3BBAF5}"/>
              </a:ext>
            </a:extLst>
          </p:cNvPr>
          <p:cNvSpPr>
            <a:spLocks noGrp="1"/>
          </p:cNvSpPr>
          <p:nvPr/>
        </p:nvSpPr>
        <p:spPr>
          <a:xfrm>
            <a:off x="227446" y="0"/>
            <a:ext cx="2851422" cy="1127873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5000" b="1" spc="-29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Onboard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38E8A-6F28-EE43-B1D3-AC7C7F3769F1}"/>
              </a:ext>
            </a:extLst>
          </p:cNvPr>
          <p:cNvSpPr>
            <a:spLocks noGrp="1"/>
          </p:cNvSpPr>
          <p:nvPr/>
        </p:nvSpPr>
        <p:spPr>
          <a:xfrm>
            <a:off x="167234" y="1290672"/>
            <a:ext cx="6526467" cy="5796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3840"/>
              </a:lnSpc>
              <a:buNone/>
            </a:pPr>
            <a:r>
              <a:rPr sz="3200" spc="-130">
                <a:latin typeface="Poppins"/>
                <a:ea typeface="Poppins"/>
                <a:cs typeface="Poppins"/>
              </a:rPr>
              <a:t>Setting Employees up for Success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D0A47-73C6-CB42-B32E-E08D0F93357B}"/>
              </a:ext>
            </a:extLst>
          </p:cNvPr>
          <p:cNvSpPr>
            <a:spLocks noGrp="1"/>
          </p:cNvSpPr>
          <p:nvPr/>
        </p:nvSpPr>
        <p:spPr>
          <a:xfrm>
            <a:off x="2824054" y="7526734"/>
            <a:ext cx="2591438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Key Activities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853FCC-0120-1843-B1C0-AE3A4A5180DB}"/>
              </a:ext>
            </a:extLst>
          </p:cNvPr>
          <p:cNvSpPr>
            <a:spLocks noGrp="1"/>
          </p:cNvSpPr>
          <p:nvPr/>
        </p:nvSpPr>
        <p:spPr>
          <a:xfrm>
            <a:off x="4826870" y="3884060"/>
            <a:ext cx="1177245" cy="12194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7400"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4CA7C4-47F4-7848-8D2A-A31A9DCC1633}"/>
              </a:ext>
            </a:extLst>
          </p:cNvPr>
          <p:cNvSpPr>
            <a:spLocks noGrp="1"/>
          </p:cNvSpPr>
          <p:nvPr/>
        </p:nvSpPr>
        <p:spPr>
          <a:xfrm>
            <a:off x="7014907" y="6071812"/>
            <a:ext cx="1337546" cy="12140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7400"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52968-4770-C044-B113-B2A4B50D09F7}"/>
              </a:ext>
            </a:extLst>
          </p:cNvPr>
          <p:cNvSpPr>
            <a:spLocks noGrp="1"/>
          </p:cNvSpPr>
          <p:nvPr/>
        </p:nvSpPr>
        <p:spPr>
          <a:xfrm>
            <a:off x="6975634" y="8942948"/>
            <a:ext cx="1416093" cy="12194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7400"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8ABFC5-10C0-ED47-9FFA-9B16F5AC2CB3}"/>
              </a:ext>
            </a:extLst>
          </p:cNvPr>
          <p:cNvSpPr>
            <a:spLocks noGrp="1"/>
          </p:cNvSpPr>
          <p:nvPr/>
        </p:nvSpPr>
        <p:spPr>
          <a:xfrm>
            <a:off x="4686609" y="11139882"/>
            <a:ext cx="1457771" cy="12194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7400"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146A7B-64A2-B040-8CDB-F16BB041DCEC}"/>
              </a:ext>
            </a:extLst>
          </p:cNvPr>
          <p:cNvSpPr>
            <a:spLocks noGrp="1"/>
          </p:cNvSpPr>
          <p:nvPr/>
        </p:nvSpPr>
        <p:spPr>
          <a:xfrm>
            <a:off x="10631692" y="3639655"/>
            <a:ext cx="6526467" cy="14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Pre-boarding and employee documentation </a:t>
            </a:r>
          </a:p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Company and culture induction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4C9666-8270-AA4D-BB8A-DA98B372D7EF}"/>
              </a:ext>
            </a:extLst>
          </p:cNvPr>
          <p:cNvSpPr>
            <a:spLocks noGrp="1"/>
          </p:cNvSpPr>
          <p:nvPr/>
        </p:nvSpPr>
        <p:spPr>
          <a:xfrm>
            <a:off x="10736332" y="6478622"/>
            <a:ext cx="5804052" cy="53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IT/system/access readiness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4D75AA-66EC-AD46-A3FB-1D55D4841E14}"/>
              </a:ext>
            </a:extLst>
          </p:cNvPr>
          <p:cNvSpPr>
            <a:spLocks noGrp="1"/>
          </p:cNvSpPr>
          <p:nvPr/>
        </p:nvSpPr>
        <p:spPr>
          <a:xfrm>
            <a:off x="10631693" y="8972164"/>
            <a:ext cx="6526466" cy="14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Role and responsibility clarification </a:t>
            </a:r>
          </a:p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KPI and performance expectation alignment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CA9833-C9A4-A148-B9C2-CDDFF28A0A6A}"/>
              </a:ext>
            </a:extLst>
          </p:cNvPr>
          <p:cNvSpPr>
            <a:spLocks noGrp="1"/>
          </p:cNvSpPr>
          <p:nvPr/>
        </p:nvSpPr>
        <p:spPr>
          <a:xfrm>
            <a:off x="10736332" y="11564465"/>
            <a:ext cx="5804052" cy="14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Functional/product training</a:t>
            </a:r>
          </a:p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Buddy/manager integration</a:t>
            </a:r>
          </a:p>
          <a:p>
            <a:pPr marL="457200" indent="-457200">
              <a:lnSpc>
                <a:spcPct val="1000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30/60/90-day check-ins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072188-C49A-A645-8874-9D66C15EB7E3}"/>
              </a:ext>
            </a:extLst>
          </p:cNvPr>
          <p:cNvSpPr>
            <a:spLocks noGrp="1"/>
          </p:cNvSpPr>
          <p:nvPr/>
        </p:nvSpPr>
        <p:spPr>
          <a:xfrm>
            <a:off x="20760555" y="8635412"/>
            <a:ext cx="1893788" cy="64633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73F521-0695-B32B-46FA-63007A4ACD48}"/>
              </a:ext>
            </a:extLst>
          </p:cNvPr>
          <p:cNvSpPr>
            <a:spLocks noGrp="1"/>
          </p:cNvSpPr>
          <p:nvPr/>
        </p:nvSpPr>
        <p:spPr>
          <a:xfrm>
            <a:off x="19132050" y="9368591"/>
            <a:ext cx="6262036" cy="1916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5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Faster time-to-productivity</a:t>
            </a:r>
          </a:p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5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Stronger employee experience</a:t>
            </a:r>
          </a:p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5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Clear expectations </a:t>
            </a:r>
          </a:p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5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Reduced early attrition</a:t>
            </a:r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336000" y="12573000"/>
            <a:ext cx="3048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2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6">
            <a:extLst>
              <a:ext uri="{FF2B5EF4-FFF2-40B4-BE49-F238E27FC236}">
                <a16:creationId xmlns:a16="http://schemas.microsoft.com/office/drawing/2014/main" id="{2E2C550E-12D6-5D4F-822C-A38AD63693A3}"/>
              </a:ext>
            </a:extLst>
          </p:cNvPr>
          <p:cNvSpPr>
            <a:spLocks noGrp="1"/>
          </p:cNvSpPr>
          <p:nvPr/>
        </p:nvSpPr>
        <p:spPr>
          <a:xfrm>
            <a:off x="13007289" y="5495271"/>
            <a:ext cx="2559760" cy="3510058"/>
          </a:xfrm>
          <a:custGeom>
            <a:avLst/>
            <a:gdLst>
              <a:gd name="T0" fmla="*/ 298 w 2055"/>
              <a:gd name="T1" fmla="*/ 1 h 2816"/>
              <a:gd name="T2" fmla="*/ 298 w 2055"/>
              <a:gd name="T3" fmla="*/ 0 h 2816"/>
              <a:gd name="T4" fmla="*/ 298 w 2055"/>
              <a:gd name="T5" fmla="*/ 0 h 2816"/>
              <a:gd name="T6" fmla="*/ 45 w 2055"/>
              <a:gd name="T7" fmla="*/ 1440 h 2816"/>
              <a:gd name="T8" fmla="*/ 45 w 2055"/>
              <a:gd name="T9" fmla="*/ 1440 h 2816"/>
              <a:gd name="T10" fmla="*/ 545 w 2055"/>
              <a:gd name="T11" fmla="*/ 2815 h 2816"/>
              <a:gd name="T12" fmla="*/ 545 w 2055"/>
              <a:gd name="T13" fmla="*/ 2815 h 2816"/>
              <a:gd name="T14" fmla="*/ 1076 w 2055"/>
              <a:gd name="T15" fmla="*/ 1968 h 2816"/>
              <a:gd name="T16" fmla="*/ 2054 w 2055"/>
              <a:gd name="T17" fmla="*/ 1758 h 2816"/>
              <a:gd name="T18" fmla="*/ 2054 w 2055"/>
              <a:gd name="T19" fmla="*/ 1758 h 2816"/>
              <a:gd name="T20" fmla="*/ 1880 w 2055"/>
              <a:gd name="T21" fmla="*/ 1280 h 2816"/>
              <a:gd name="T22" fmla="*/ 1880 w 2055"/>
              <a:gd name="T23" fmla="*/ 1280 h 2816"/>
              <a:gd name="T24" fmla="*/ 1968 w 2055"/>
              <a:gd name="T25" fmla="*/ 779 h 2816"/>
              <a:gd name="T26" fmla="*/ 1968 w 2055"/>
              <a:gd name="T27" fmla="*/ 779 h 2816"/>
              <a:gd name="T28" fmla="*/ 1968 w 2055"/>
              <a:gd name="T29" fmla="*/ 778 h 2816"/>
              <a:gd name="T30" fmla="*/ 1298 w 2055"/>
              <a:gd name="T31" fmla="*/ 38 h 2816"/>
              <a:gd name="T32" fmla="*/ 298 w 2055"/>
              <a:gd name="T33" fmla="*/ 1 h 2816"/>
            </a:gdLst>
            <a:ahLst/>
            <a:cxnLst/>
            <a:rect l="0" t="0" r="r" b="b"/>
            <a:pathLst>
              <a:path w="2055" h="2816">
                <a:moveTo>
                  <a:pt x="298" y="1"/>
                </a:moveTo>
                <a:lnTo>
                  <a:pt x="298" y="0"/>
                </a:lnTo>
                <a:lnTo>
                  <a:pt x="298" y="0"/>
                </a:lnTo>
                <a:cubicBezTo>
                  <a:pt x="95" y="435"/>
                  <a:pt x="0" y="928"/>
                  <a:pt x="45" y="1440"/>
                </a:cubicBezTo>
                <a:lnTo>
                  <a:pt x="45" y="1440"/>
                </a:lnTo>
                <a:cubicBezTo>
                  <a:pt x="89" y="1953"/>
                  <a:pt x="269" y="2422"/>
                  <a:pt x="545" y="2815"/>
                </a:cubicBezTo>
                <a:lnTo>
                  <a:pt x="545" y="2815"/>
                </a:lnTo>
                <a:lnTo>
                  <a:pt x="1076" y="1968"/>
                </a:lnTo>
                <a:lnTo>
                  <a:pt x="2054" y="1758"/>
                </a:lnTo>
                <a:lnTo>
                  <a:pt x="2054" y="1758"/>
                </a:lnTo>
                <a:cubicBezTo>
                  <a:pt x="1957" y="1621"/>
                  <a:pt x="1895" y="1459"/>
                  <a:pt x="1880" y="1280"/>
                </a:cubicBezTo>
                <a:lnTo>
                  <a:pt x="1880" y="1280"/>
                </a:lnTo>
                <a:cubicBezTo>
                  <a:pt x="1864" y="1101"/>
                  <a:pt x="1897" y="930"/>
                  <a:pt x="1968" y="779"/>
                </a:cubicBezTo>
                <a:lnTo>
                  <a:pt x="1968" y="779"/>
                </a:lnTo>
                <a:lnTo>
                  <a:pt x="1968" y="778"/>
                </a:lnTo>
                <a:lnTo>
                  <a:pt x="1298" y="38"/>
                </a:lnTo>
                <a:lnTo>
                  <a:pt x="298" y="1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21" name="Freeform 67">
            <a:extLst>
              <a:ext uri="{FF2B5EF4-FFF2-40B4-BE49-F238E27FC236}">
                <a16:creationId xmlns:a16="http://schemas.microsoft.com/office/drawing/2014/main" id="{CFDF0E34-0519-F540-A6EB-EACE34D5075A}"/>
              </a:ext>
            </a:extLst>
          </p:cNvPr>
          <p:cNvSpPr>
            <a:spLocks noGrp="1"/>
          </p:cNvSpPr>
          <p:nvPr/>
        </p:nvSpPr>
        <p:spPr>
          <a:xfrm>
            <a:off x="13375322" y="3473827"/>
            <a:ext cx="3466114" cy="2988217"/>
          </a:xfrm>
          <a:custGeom>
            <a:avLst/>
            <a:gdLst>
              <a:gd name="T0" fmla="*/ 2316 w 2784"/>
              <a:gd name="T1" fmla="*/ 0 h 2400"/>
              <a:gd name="T2" fmla="*/ 2316 w 2784"/>
              <a:gd name="T3" fmla="*/ 0 h 2400"/>
              <a:gd name="T4" fmla="*/ 2316 w 2784"/>
              <a:gd name="T5" fmla="*/ 0 h 2400"/>
              <a:gd name="T6" fmla="*/ 0 w 2784"/>
              <a:gd name="T7" fmla="*/ 1620 h 2400"/>
              <a:gd name="T8" fmla="*/ 1 w 2784"/>
              <a:gd name="T9" fmla="*/ 1621 h 2400"/>
              <a:gd name="T10" fmla="*/ 1000 w 2784"/>
              <a:gd name="T11" fmla="*/ 1658 h 2400"/>
              <a:gd name="T12" fmla="*/ 1670 w 2784"/>
              <a:gd name="T13" fmla="*/ 2399 h 2400"/>
              <a:gd name="T14" fmla="*/ 1670 w 2784"/>
              <a:gd name="T15" fmla="*/ 2399 h 2400"/>
              <a:gd name="T16" fmla="*/ 2476 w 2784"/>
              <a:gd name="T17" fmla="*/ 1834 h 2400"/>
              <a:gd name="T18" fmla="*/ 2476 w 2784"/>
              <a:gd name="T19" fmla="*/ 1834 h 2400"/>
              <a:gd name="T20" fmla="*/ 2783 w 2784"/>
              <a:gd name="T21" fmla="*/ 883 h 2400"/>
              <a:gd name="T22" fmla="*/ 2316 w 2784"/>
              <a:gd name="T23" fmla="*/ 0 h 2400"/>
            </a:gdLst>
            <a:ahLst/>
            <a:cxnLst/>
            <a:rect l="0" t="0" r="r" b="b"/>
            <a:pathLst>
              <a:path w="2784" h="2400">
                <a:moveTo>
                  <a:pt x="2316" y="0"/>
                </a:moveTo>
                <a:lnTo>
                  <a:pt x="2316" y="0"/>
                </a:lnTo>
                <a:lnTo>
                  <a:pt x="2316" y="0"/>
                </a:lnTo>
                <a:cubicBezTo>
                  <a:pt x="1274" y="91"/>
                  <a:pt x="413" y="737"/>
                  <a:pt x="0" y="1620"/>
                </a:cubicBezTo>
                <a:lnTo>
                  <a:pt x="1" y="1621"/>
                </a:lnTo>
                <a:lnTo>
                  <a:pt x="1000" y="1658"/>
                </a:lnTo>
                <a:lnTo>
                  <a:pt x="1670" y="2399"/>
                </a:lnTo>
                <a:lnTo>
                  <a:pt x="1670" y="2399"/>
                </a:lnTo>
                <a:cubicBezTo>
                  <a:pt x="1814" y="2090"/>
                  <a:pt x="2113" y="1866"/>
                  <a:pt x="2476" y="1834"/>
                </a:cubicBezTo>
                <a:lnTo>
                  <a:pt x="2476" y="1834"/>
                </a:lnTo>
                <a:lnTo>
                  <a:pt x="2783" y="883"/>
                </a:lnTo>
                <a:lnTo>
                  <a:pt x="2316" y="0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22" name="Freeform 68">
            <a:extLst>
              <a:ext uri="{FF2B5EF4-FFF2-40B4-BE49-F238E27FC236}">
                <a16:creationId xmlns:a16="http://schemas.microsoft.com/office/drawing/2014/main" id="{1B7B023C-B195-9347-9C09-01DA85DE1FC5}"/>
              </a:ext>
            </a:extLst>
          </p:cNvPr>
          <p:cNvSpPr>
            <a:spLocks noGrp="1"/>
          </p:cNvSpPr>
          <p:nvPr/>
        </p:nvSpPr>
        <p:spPr>
          <a:xfrm>
            <a:off x="16259173" y="3363969"/>
            <a:ext cx="3191458" cy="2916809"/>
          </a:xfrm>
          <a:custGeom>
            <a:avLst/>
            <a:gdLst>
              <a:gd name="T0" fmla="*/ 0 w 2563"/>
              <a:gd name="T1" fmla="*/ 91 h 2342"/>
              <a:gd name="T2" fmla="*/ 0 w 2563"/>
              <a:gd name="T3" fmla="*/ 91 h 2342"/>
              <a:gd name="T4" fmla="*/ 468 w 2563"/>
              <a:gd name="T5" fmla="*/ 974 h 2342"/>
              <a:gd name="T6" fmla="*/ 161 w 2563"/>
              <a:gd name="T7" fmla="*/ 1925 h 2342"/>
              <a:gd name="T8" fmla="*/ 161 w 2563"/>
              <a:gd name="T9" fmla="*/ 1925 h 2342"/>
              <a:gd name="T10" fmla="*/ 161 w 2563"/>
              <a:gd name="T11" fmla="*/ 1925 h 2342"/>
              <a:gd name="T12" fmla="*/ 1053 w 2563"/>
              <a:gd name="T13" fmla="*/ 2341 h 2342"/>
              <a:gd name="T14" fmla="*/ 1053 w 2563"/>
              <a:gd name="T15" fmla="*/ 2341 h 2342"/>
              <a:gd name="T16" fmla="*/ 1053 w 2563"/>
              <a:gd name="T17" fmla="*/ 2341 h 2342"/>
              <a:gd name="T18" fmla="*/ 2030 w 2563"/>
              <a:gd name="T19" fmla="*/ 2131 h 2342"/>
              <a:gd name="T20" fmla="*/ 2562 w 2563"/>
              <a:gd name="T21" fmla="*/ 1285 h 2342"/>
              <a:gd name="T22" fmla="*/ 2562 w 2563"/>
              <a:gd name="T23" fmla="*/ 1285 h 2342"/>
              <a:gd name="T24" fmla="*/ 2562 w 2563"/>
              <a:gd name="T25" fmla="*/ 1285 h 2342"/>
              <a:gd name="T26" fmla="*/ 0 w 2563"/>
              <a:gd name="T27" fmla="*/ 91 h 2342"/>
            </a:gdLst>
            <a:ahLst/>
            <a:cxnLst/>
            <a:rect l="0" t="0" r="r" b="b"/>
            <a:pathLst>
              <a:path w="2563" h="2342">
                <a:moveTo>
                  <a:pt x="0" y="91"/>
                </a:moveTo>
                <a:lnTo>
                  <a:pt x="0" y="91"/>
                </a:lnTo>
                <a:lnTo>
                  <a:pt x="468" y="974"/>
                </a:lnTo>
                <a:lnTo>
                  <a:pt x="161" y="1925"/>
                </a:lnTo>
                <a:lnTo>
                  <a:pt x="161" y="1925"/>
                </a:lnTo>
                <a:lnTo>
                  <a:pt x="161" y="1925"/>
                </a:lnTo>
                <a:cubicBezTo>
                  <a:pt x="524" y="1893"/>
                  <a:pt x="858" y="2063"/>
                  <a:pt x="1053" y="2341"/>
                </a:cubicBezTo>
                <a:lnTo>
                  <a:pt x="1053" y="2341"/>
                </a:lnTo>
                <a:lnTo>
                  <a:pt x="1053" y="2341"/>
                </a:lnTo>
                <a:lnTo>
                  <a:pt x="2030" y="2131"/>
                </a:lnTo>
                <a:lnTo>
                  <a:pt x="2562" y="1285"/>
                </a:lnTo>
                <a:lnTo>
                  <a:pt x="2562" y="1285"/>
                </a:lnTo>
                <a:lnTo>
                  <a:pt x="2562" y="1285"/>
                </a:lnTo>
                <a:cubicBezTo>
                  <a:pt x="2001" y="486"/>
                  <a:pt x="1042" y="0"/>
                  <a:pt x="0" y="91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23" name="Freeform 69">
            <a:extLst>
              <a:ext uri="{FF2B5EF4-FFF2-40B4-BE49-F238E27FC236}">
                <a16:creationId xmlns:a16="http://schemas.microsoft.com/office/drawing/2014/main" id="{DA1DD2B5-5D9F-1142-8BB7-ED65ED045C5C}"/>
              </a:ext>
            </a:extLst>
          </p:cNvPr>
          <p:cNvSpPr>
            <a:spLocks noGrp="1"/>
          </p:cNvSpPr>
          <p:nvPr/>
        </p:nvSpPr>
        <p:spPr>
          <a:xfrm>
            <a:off x="17572009" y="4962444"/>
            <a:ext cx="2559760" cy="3510055"/>
          </a:xfrm>
          <a:custGeom>
            <a:avLst/>
            <a:gdLst>
              <a:gd name="T0" fmla="*/ 1509 w 2055"/>
              <a:gd name="T1" fmla="*/ 0 h 2816"/>
              <a:gd name="T2" fmla="*/ 977 w 2055"/>
              <a:gd name="T3" fmla="*/ 846 h 2816"/>
              <a:gd name="T4" fmla="*/ 0 w 2055"/>
              <a:gd name="T5" fmla="*/ 1056 h 2816"/>
              <a:gd name="T6" fmla="*/ 0 w 2055"/>
              <a:gd name="T7" fmla="*/ 1056 h 2816"/>
              <a:gd name="T8" fmla="*/ 174 w 2055"/>
              <a:gd name="T9" fmla="*/ 1534 h 2816"/>
              <a:gd name="T10" fmla="*/ 174 w 2055"/>
              <a:gd name="T11" fmla="*/ 1534 h 2816"/>
              <a:gd name="T12" fmla="*/ 85 w 2055"/>
              <a:gd name="T13" fmla="*/ 2036 h 2816"/>
              <a:gd name="T14" fmla="*/ 85 w 2055"/>
              <a:gd name="T15" fmla="*/ 2036 h 2816"/>
              <a:gd name="T16" fmla="*/ 85 w 2055"/>
              <a:gd name="T17" fmla="*/ 2036 h 2816"/>
              <a:gd name="T18" fmla="*/ 756 w 2055"/>
              <a:gd name="T19" fmla="*/ 2778 h 2816"/>
              <a:gd name="T20" fmla="*/ 1755 w 2055"/>
              <a:gd name="T21" fmla="*/ 2814 h 2816"/>
              <a:gd name="T22" fmla="*/ 1756 w 2055"/>
              <a:gd name="T23" fmla="*/ 2815 h 2816"/>
              <a:gd name="T24" fmla="*/ 1756 w 2055"/>
              <a:gd name="T25" fmla="*/ 2815 h 2816"/>
              <a:gd name="T26" fmla="*/ 2009 w 2055"/>
              <a:gd name="T27" fmla="*/ 1374 h 2816"/>
              <a:gd name="T28" fmla="*/ 2009 w 2055"/>
              <a:gd name="T29" fmla="*/ 1374 h 2816"/>
              <a:gd name="T30" fmla="*/ 1509 w 2055"/>
              <a:gd name="T31" fmla="*/ 0 h 2816"/>
            </a:gdLst>
            <a:ahLst/>
            <a:cxnLst/>
            <a:rect l="0" t="0" r="r" b="b"/>
            <a:pathLst>
              <a:path w="2055" h="2816">
                <a:moveTo>
                  <a:pt x="1509" y="0"/>
                </a:moveTo>
                <a:lnTo>
                  <a:pt x="977" y="846"/>
                </a:lnTo>
                <a:lnTo>
                  <a:pt x="0" y="1056"/>
                </a:lnTo>
                <a:lnTo>
                  <a:pt x="0" y="1056"/>
                </a:lnTo>
                <a:cubicBezTo>
                  <a:pt x="96" y="1193"/>
                  <a:pt x="158" y="1356"/>
                  <a:pt x="174" y="1534"/>
                </a:cubicBezTo>
                <a:lnTo>
                  <a:pt x="174" y="1534"/>
                </a:lnTo>
                <a:cubicBezTo>
                  <a:pt x="189" y="1713"/>
                  <a:pt x="156" y="1885"/>
                  <a:pt x="85" y="2036"/>
                </a:cubicBezTo>
                <a:lnTo>
                  <a:pt x="85" y="2036"/>
                </a:lnTo>
                <a:lnTo>
                  <a:pt x="85" y="2036"/>
                </a:lnTo>
                <a:lnTo>
                  <a:pt x="756" y="2778"/>
                </a:lnTo>
                <a:lnTo>
                  <a:pt x="1755" y="2814"/>
                </a:lnTo>
                <a:lnTo>
                  <a:pt x="1756" y="2815"/>
                </a:lnTo>
                <a:lnTo>
                  <a:pt x="1756" y="2815"/>
                </a:lnTo>
                <a:cubicBezTo>
                  <a:pt x="1958" y="2379"/>
                  <a:pt x="2054" y="1887"/>
                  <a:pt x="2009" y="1374"/>
                </a:cubicBezTo>
                <a:lnTo>
                  <a:pt x="2009" y="1374"/>
                </a:lnTo>
                <a:cubicBezTo>
                  <a:pt x="1964" y="861"/>
                  <a:pt x="1785" y="394"/>
                  <a:pt x="1509" y="0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24" name="Freeform 70">
            <a:extLst>
              <a:ext uri="{FF2B5EF4-FFF2-40B4-BE49-F238E27FC236}">
                <a16:creationId xmlns:a16="http://schemas.microsoft.com/office/drawing/2014/main" id="{8B56C5F7-F553-2E48-B945-28FD5A278D80}"/>
              </a:ext>
            </a:extLst>
          </p:cNvPr>
          <p:cNvSpPr>
            <a:spLocks noGrp="1"/>
          </p:cNvSpPr>
          <p:nvPr/>
        </p:nvSpPr>
        <p:spPr>
          <a:xfrm>
            <a:off x="13682929" y="7681500"/>
            <a:ext cx="3191462" cy="2922301"/>
          </a:xfrm>
          <a:custGeom>
            <a:avLst/>
            <a:gdLst>
              <a:gd name="T0" fmla="*/ 2401 w 2562"/>
              <a:gd name="T1" fmla="*/ 416 h 2344"/>
              <a:gd name="T2" fmla="*/ 2401 w 2562"/>
              <a:gd name="T3" fmla="*/ 416 h 2344"/>
              <a:gd name="T4" fmla="*/ 1509 w 2562"/>
              <a:gd name="T5" fmla="*/ 0 h 2344"/>
              <a:gd name="T6" fmla="*/ 1509 w 2562"/>
              <a:gd name="T7" fmla="*/ 0 h 2344"/>
              <a:gd name="T8" fmla="*/ 1509 w 2562"/>
              <a:gd name="T9" fmla="*/ 0 h 2344"/>
              <a:gd name="T10" fmla="*/ 531 w 2562"/>
              <a:gd name="T11" fmla="*/ 210 h 2344"/>
              <a:gd name="T12" fmla="*/ 0 w 2562"/>
              <a:gd name="T13" fmla="*/ 1057 h 2344"/>
              <a:gd name="T14" fmla="*/ 0 w 2562"/>
              <a:gd name="T15" fmla="*/ 1057 h 2344"/>
              <a:gd name="T16" fmla="*/ 0 w 2562"/>
              <a:gd name="T17" fmla="*/ 1057 h 2344"/>
              <a:gd name="T18" fmla="*/ 2561 w 2562"/>
              <a:gd name="T19" fmla="*/ 2251 h 2344"/>
              <a:gd name="T20" fmla="*/ 2093 w 2562"/>
              <a:gd name="T21" fmla="*/ 1368 h 2344"/>
              <a:gd name="T22" fmla="*/ 2401 w 2562"/>
              <a:gd name="T23" fmla="*/ 416 h 2344"/>
            </a:gdLst>
            <a:ahLst/>
            <a:cxnLst/>
            <a:rect l="0" t="0" r="r" b="b"/>
            <a:pathLst>
              <a:path w="2562" h="2344">
                <a:moveTo>
                  <a:pt x="2401" y="416"/>
                </a:moveTo>
                <a:lnTo>
                  <a:pt x="2401" y="416"/>
                </a:lnTo>
                <a:cubicBezTo>
                  <a:pt x="2037" y="448"/>
                  <a:pt x="1704" y="279"/>
                  <a:pt x="1509" y="0"/>
                </a:cubicBezTo>
                <a:lnTo>
                  <a:pt x="1509" y="0"/>
                </a:lnTo>
                <a:lnTo>
                  <a:pt x="1509" y="0"/>
                </a:lnTo>
                <a:lnTo>
                  <a:pt x="531" y="210"/>
                </a:lnTo>
                <a:lnTo>
                  <a:pt x="0" y="1057"/>
                </a:lnTo>
                <a:lnTo>
                  <a:pt x="0" y="1057"/>
                </a:lnTo>
                <a:lnTo>
                  <a:pt x="0" y="1057"/>
                </a:lnTo>
                <a:cubicBezTo>
                  <a:pt x="560" y="1856"/>
                  <a:pt x="1519" y="2343"/>
                  <a:pt x="2561" y="2251"/>
                </a:cubicBezTo>
                <a:lnTo>
                  <a:pt x="2093" y="1368"/>
                </a:lnTo>
                <a:lnTo>
                  <a:pt x="2401" y="416"/>
                </a:lnTo>
              </a:path>
            </a:pathLst>
          </a:custGeom>
          <a:solidFill>
            <a:schemeClr val="tx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25" name="Freeform 71">
            <a:extLst>
              <a:ext uri="{FF2B5EF4-FFF2-40B4-BE49-F238E27FC236}">
                <a16:creationId xmlns:a16="http://schemas.microsoft.com/office/drawing/2014/main" id="{48040021-5CA8-BD46-B350-07E502C2570B}"/>
              </a:ext>
            </a:extLst>
          </p:cNvPr>
          <p:cNvSpPr>
            <a:spLocks noGrp="1"/>
          </p:cNvSpPr>
          <p:nvPr/>
        </p:nvSpPr>
        <p:spPr>
          <a:xfrm>
            <a:off x="16292128" y="7500231"/>
            <a:ext cx="3471605" cy="2988217"/>
          </a:xfrm>
          <a:custGeom>
            <a:avLst/>
            <a:gdLst>
              <a:gd name="T0" fmla="*/ 1784 w 2785"/>
              <a:gd name="T1" fmla="*/ 742 h 2400"/>
              <a:gd name="T2" fmla="*/ 1113 w 2785"/>
              <a:gd name="T3" fmla="*/ 0 h 2400"/>
              <a:gd name="T4" fmla="*/ 1113 w 2785"/>
              <a:gd name="T5" fmla="*/ 0 h 2400"/>
              <a:gd name="T6" fmla="*/ 308 w 2785"/>
              <a:gd name="T7" fmla="*/ 564 h 2400"/>
              <a:gd name="T8" fmla="*/ 308 w 2785"/>
              <a:gd name="T9" fmla="*/ 564 h 2400"/>
              <a:gd name="T10" fmla="*/ 0 w 2785"/>
              <a:gd name="T11" fmla="*/ 1516 h 2400"/>
              <a:gd name="T12" fmla="*/ 468 w 2785"/>
              <a:gd name="T13" fmla="*/ 2399 h 2400"/>
              <a:gd name="T14" fmla="*/ 468 w 2785"/>
              <a:gd name="T15" fmla="*/ 2399 h 2400"/>
              <a:gd name="T16" fmla="*/ 468 w 2785"/>
              <a:gd name="T17" fmla="*/ 2399 h 2400"/>
              <a:gd name="T18" fmla="*/ 468 w 2785"/>
              <a:gd name="T19" fmla="*/ 2399 h 2400"/>
              <a:gd name="T20" fmla="*/ 2784 w 2785"/>
              <a:gd name="T21" fmla="*/ 779 h 2400"/>
              <a:gd name="T22" fmla="*/ 2783 w 2785"/>
              <a:gd name="T23" fmla="*/ 778 h 2400"/>
              <a:gd name="T24" fmla="*/ 1784 w 2785"/>
              <a:gd name="T25" fmla="*/ 742 h 2400"/>
            </a:gdLst>
            <a:ahLst/>
            <a:cxnLst/>
            <a:rect l="0" t="0" r="r" b="b"/>
            <a:pathLst>
              <a:path w="2785" h="2400">
                <a:moveTo>
                  <a:pt x="1784" y="742"/>
                </a:moveTo>
                <a:lnTo>
                  <a:pt x="1113" y="0"/>
                </a:lnTo>
                <a:lnTo>
                  <a:pt x="1113" y="0"/>
                </a:lnTo>
                <a:cubicBezTo>
                  <a:pt x="970" y="308"/>
                  <a:pt x="671" y="532"/>
                  <a:pt x="308" y="564"/>
                </a:cubicBezTo>
                <a:lnTo>
                  <a:pt x="308" y="564"/>
                </a:lnTo>
                <a:lnTo>
                  <a:pt x="0" y="1516"/>
                </a:lnTo>
                <a:lnTo>
                  <a:pt x="468" y="2399"/>
                </a:lnTo>
                <a:lnTo>
                  <a:pt x="468" y="2399"/>
                </a:lnTo>
                <a:lnTo>
                  <a:pt x="468" y="2399"/>
                </a:lnTo>
                <a:lnTo>
                  <a:pt x="468" y="2399"/>
                </a:lnTo>
                <a:cubicBezTo>
                  <a:pt x="1510" y="2308"/>
                  <a:pt x="2370" y="1663"/>
                  <a:pt x="2784" y="779"/>
                </a:cubicBezTo>
                <a:lnTo>
                  <a:pt x="2783" y="778"/>
                </a:lnTo>
                <a:lnTo>
                  <a:pt x="1784" y="742"/>
                </a:ln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26" name="Freeform 72">
            <a:extLst>
              <a:ext uri="{FF2B5EF4-FFF2-40B4-BE49-F238E27FC236}">
                <a16:creationId xmlns:a16="http://schemas.microsoft.com/office/drawing/2014/main" id="{CF53B69D-1D69-724F-B23C-DB7F9FCCAB20}"/>
              </a:ext>
            </a:extLst>
          </p:cNvPr>
          <p:cNvSpPr>
            <a:spLocks noGrp="1"/>
          </p:cNvSpPr>
          <p:nvPr/>
        </p:nvSpPr>
        <p:spPr>
          <a:xfrm>
            <a:off x="15781276" y="6192890"/>
            <a:ext cx="1571011" cy="1571011"/>
          </a:xfrm>
          <a:custGeom>
            <a:avLst/>
            <a:gdLst>
              <a:gd name="T0" fmla="*/ 1145 w 1263"/>
              <a:gd name="T1" fmla="*/ 671 h 1263"/>
              <a:gd name="T2" fmla="*/ 1069 w 1263"/>
              <a:gd name="T3" fmla="*/ 836 h 1263"/>
              <a:gd name="T4" fmla="*/ 1020 w 1263"/>
              <a:gd name="T5" fmla="*/ 1050 h 1263"/>
              <a:gd name="T6" fmla="*/ 965 w 1263"/>
              <a:gd name="T7" fmla="*/ 1023 h 1263"/>
              <a:gd name="T8" fmla="*/ 908 w 1263"/>
              <a:gd name="T9" fmla="*/ 1028 h 1263"/>
              <a:gd name="T10" fmla="*/ 750 w 1263"/>
              <a:gd name="T11" fmla="*/ 1190 h 1263"/>
              <a:gd name="T12" fmla="*/ 590 w 1263"/>
              <a:gd name="T13" fmla="*/ 1145 h 1263"/>
              <a:gd name="T14" fmla="*/ 426 w 1263"/>
              <a:gd name="T15" fmla="*/ 1070 h 1263"/>
              <a:gd name="T16" fmla="*/ 369 w 1263"/>
              <a:gd name="T17" fmla="*/ 1076 h 1263"/>
              <a:gd name="T18" fmla="*/ 212 w 1263"/>
              <a:gd name="T19" fmla="*/ 1021 h 1263"/>
              <a:gd name="T20" fmla="*/ 234 w 1263"/>
              <a:gd name="T21" fmla="*/ 909 h 1263"/>
              <a:gd name="T22" fmla="*/ 72 w 1263"/>
              <a:gd name="T23" fmla="*/ 751 h 1263"/>
              <a:gd name="T24" fmla="*/ 116 w 1263"/>
              <a:gd name="T25" fmla="*/ 591 h 1263"/>
              <a:gd name="T26" fmla="*/ 192 w 1263"/>
              <a:gd name="T27" fmla="*/ 427 h 1263"/>
              <a:gd name="T28" fmla="*/ 151 w 1263"/>
              <a:gd name="T29" fmla="*/ 321 h 1263"/>
              <a:gd name="T30" fmla="*/ 295 w 1263"/>
              <a:gd name="T31" fmla="*/ 239 h 1263"/>
              <a:gd name="T32" fmla="*/ 353 w 1263"/>
              <a:gd name="T33" fmla="*/ 234 h 1263"/>
              <a:gd name="T34" fmla="*/ 512 w 1263"/>
              <a:gd name="T35" fmla="*/ 72 h 1263"/>
              <a:gd name="T36" fmla="*/ 671 w 1263"/>
              <a:gd name="T37" fmla="*/ 117 h 1263"/>
              <a:gd name="T38" fmla="*/ 835 w 1263"/>
              <a:gd name="T39" fmla="*/ 193 h 1263"/>
              <a:gd name="T40" fmla="*/ 892 w 1263"/>
              <a:gd name="T41" fmla="*/ 187 h 1263"/>
              <a:gd name="T42" fmla="*/ 1049 w 1263"/>
              <a:gd name="T43" fmla="*/ 242 h 1263"/>
              <a:gd name="T44" fmla="*/ 1027 w 1263"/>
              <a:gd name="T45" fmla="*/ 354 h 1263"/>
              <a:gd name="T46" fmla="*/ 1190 w 1263"/>
              <a:gd name="T47" fmla="*/ 512 h 1263"/>
              <a:gd name="T48" fmla="*/ 1139 w 1263"/>
              <a:gd name="T49" fmla="*/ 446 h 1263"/>
              <a:gd name="T50" fmla="*/ 1095 w 1263"/>
              <a:gd name="T51" fmla="*/ 206 h 1263"/>
              <a:gd name="T52" fmla="*/ 941 w 1263"/>
              <a:gd name="T53" fmla="*/ 91 h 1263"/>
              <a:gd name="T54" fmla="*/ 724 w 1263"/>
              <a:gd name="T55" fmla="*/ 99 h 1263"/>
              <a:gd name="T56" fmla="*/ 493 w 1263"/>
              <a:gd name="T57" fmla="*/ 16 h 1263"/>
              <a:gd name="T58" fmla="*/ 445 w 1263"/>
              <a:gd name="T59" fmla="*/ 123 h 1263"/>
              <a:gd name="T60" fmla="*/ 230 w 1263"/>
              <a:gd name="T61" fmla="*/ 154 h 1263"/>
              <a:gd name="T62" fmla="*/ 99 w 1263"/>
              <a:gd name="T63" fmla="*/ 294 h 1263"/>
              <a:gd name="T64" fmla="*/ 97 w 1263"/>
              <a:gd name="T65" fmla="*/ 537 h 1263"/>
              <a:gd name="T66" fmla="*/ 16 w 1263"/>
              <a:gd name="T67" fmla="*/ 768 h 1263"/>
              <a:gd name="T68" fmla="*/ 122 w 1263"/>
              <a:gd name="T69" fmla="*/ 816 h 1263"/>
              <a:gd name="T70" fmla="*/ 165 w 1263"/>
              <a:gd name="T71" fmla="*/ 1056 h 1263"/>
              <a:gd name="T72" fmla="*/ 318 w 1263"/>
              <a:gd name="T73" fmla="*/ 1171 h 1263"/>
              <a:gd name="T74" fmla="*/ 536 w 1263"/>
              <a:gd name="T75" fmla="*/ 1164 h 1263"/>
              <a:gd name="T76" fmla="*/ 768 w 1263"/>
              <a:gd name="T77" fmla="*/ 1246 h 1263"/>
              <a:gd name="T78" fmla="*/ 815 w 1263"/>
              <a:gd name="T79" fmla="*/ 1139 h 1263"/>
              <a:gd name="T80" fmla="*/ 1031 w 1263"/>
              <a:gd name="T81" fmla="*/ 1108 h 1263"/>
              <a:gd name="T82" fmla="*/ 1162 w 1263"/>
              <a:gd name="T83" fmla="*/ 968 h 1263"/>
              <a:gd name="T84" fmla="*/ 1163 w 1263"/>
              <a:gd name="T85" fmla="*/ 725 h 1263"/>
              <a:gd name="T86" fmla="*/ 1245 w 1263"/>
              <a:gd name="T87" fmla="*/ 494 h 1263"/>
              <a:gd name="T88" fmla="*/ 913 w 1263"/>
              <a:gd name="T89" fmla="*/ 606 h 1263"/>
              <a:gd name="T90" fmla="*/ 744 w 1263"/>
              <a:gd name="T91" fmla="*/ 621 h 1263"/>
              <a:gd name="T92" fmla="*/ 880 w 1263"/>
              <a:gd name="T93" fmla="*/ 497 h 1263"/>
              <a:gd name="T94" fmla="*/ 626 w 1263"/>
              <a:gd name="T95" fmla="*/ 575 h 1263"/>
              <a:gd name="T96" fmla="*/ 635 w 1263"/>
              <a:gd name="T97" fmla="*/ 688 h 1263"/>
              <a:gd name="T98" fmla="*/ 627 w 1263"/>
              <a:gd name="T99" fmla="*/ 915 h 1263"/>
              <a:gd name="T100" fmla="*/ 519 w 1263"/>
              <a:gd name="T101" fmla="*/ 612 h 1263"/>
              <a:gd name="T102" fmla="*/ 612 w 1263"/>
              <a:gd name="T103" fmla="*/ 743 h 1263"/>
              <a:gd name="T104" fmla="*/ 848 w 1263"/>
              <a:gd name="T105" fmla="*/ 450 h 1263"/>
              <a:gd name="T106" fmla="*/ 620 w 1263"/>
              <a:gd name="T107" fmla="*/ 518 h 1263"/>
              <a:gd name="T108" fmla="*/ 605 w 1263"/>
              <a:gd name="T109" fmla="*/ 348 h 1263"/>
              <a:gd name="T110" fmla="*/ 291 w 1263"/>
              <a:gd name="T111" fmla="*/ 661 h 1263"/>
              <a:gd name="T112" fmla="*/ 969 w 1263"/>
              <a:gd name="T113" fmla="*/ 601 h 1263"/>
            </a:gdLst>
            <a:ahLst/>
            <a:cxnLst/>
            <a:rect l="0" t="0" r="r" b="b"/>
            <a:pathLst>
              <a:path w="1263" h="1263">
                <a:moveTo>
                  <a:pt x="1202" y="652"/>
                </a:moveTo>
                <a:lnTo>
                  <a:pt x="1202" y="652"/>
                </a:lnTo>
                <a:lnTo>
                  <a:pt x="1201" y="652"/>
                </a:lnTo>
                <a:lnTo>
                  <a:pt x="1145" y="671"/>
                </a:lnTo>
                <a:lnTo>
                  <a:pt x="1145" y="671"/>
                </a:lnTo>
                <a:cubicBezTo>
                  <a:pt x="1126" y="678"/>
                  <a:pt x="1111" y="695"/>
                  <a:pt x="1107" y="715"/>
                </a:cubicBezTo>
                <a:lnTo>
                  <a:pt x="1107" y="715"/>
                </a:lnTo>
                <a:cubicBezTo>
                  <a:pt x="1100" y="757"/>
                  <a:pt x="1087" y="797"/>
                  <a:pt x="1069" y="836"/>
                </a:cubicBezTo>
                <a:lnTo>
                  <a:pt x="1069" y="836"/>
                </a:lnTo>
                <a:cubicBezTo>
                  <a:pt x="1060" y="855"/>
                  <a:pt x="1063" y="876"/>
                  <a:pt x="1075" y="893"/>
                </a:cubicBezTo>
                <a:lnTo>
                  <a:pt x="1110" y="942"/>
                </a:lnTo>
                <a:lnTo>
                  <a:pt x="1020" y="1050"/>
                </a:lnTo>
                <a:lnTo>
                  <a:pt x="1020" y="1050"/>
                </a:lnTo>
                <a:cubicBezTo>
                  <a:pt x="1020" y="1050"/>
                  <a:pt x="1019" y="1050"/>
                  <a:pt x="1019" y="1049"/>
                </a:cubicBezTo>
                <a:lnTo>
                  <a:pt x="965" y="1023"/>
                </a:lnTo>
                <a:lnTo>
                  <a:pt x="965" y="1023"/>
                </a:lnTo>
                <a:cubicBezTo>
                  <a:pt x="956" y="1019"/>
                  <a:pt x="945" y="1017"/>
                  <a:pt x="935" y="1017"/>
                </a:cubicBezTo>
                <a:lnTo>
                  <a:pt x="935" y="1017"/>
                </a:lnTo>
                <a:cubicBezTo>
                  <a:pt x="925" y="1019"/>
                  <a:pt x="916" y="1022"/>
                  <a:pt x="908" y="1028"/>
                </a:cubicBezTo>
                <a:lnTo>
                  <a:pt x="908" y="1028"/>
                </a:lnTo>
                <a:cubicBezTo>
                  <a:pt x="873" y="1052"/>
                  <a:pt x="835" y="1071"/>
                  <a:pt x="796" y="1086"/>
                </a:cubicBezTo>
                <a:lnTo>
                  <a:pt x="796" y="1086"/>
                </a:lnTo>
                <a:cubicBezTo>
                  <a:pt x="777" y="1093"/>
                  <a:pt x="763" y="1110"/>
                  <a:pt x="759" y="1130"/>
                </a:cubicBezTo>
                <a:lnTo>
                  <a:pt x="750" y="1190"/>
                </a:lnTo>
                <a:lnTo>
                  <a:pt x="750" y="1190"/>
                </a:lnTo>
                <a:lnTo>
                  <a:pt x="750" y="1191"/>
                </a:lnTo>
                <a:lnTo>
                  <a:pt x="610" y="1203"/>
                </a:lnTo>
                <a:lnTo>
                  <a:pt x="590" y="1145"/>
                </a:lnTo>
                <a:lnTo>
                  <a:pt x="590" y="1145"/>
                </a:lnTo>
                <a:cubicBezTo>
                  <a:pt x="583" y="1125"/>
                  <a:pt x="566" y="1111"/>
                  <a:pt x="546" y="1108"/>
                </a:cubicBezTo>
                <a:lnTo>
                  <a:pt x="546" y="1108"/>
                </a:lnTo>
                <a:cubicBezTo>
                  <a:pt x="505" y="1101"/>
                  <a:pt x="464" y="1088"/>
                  <a:pt x="426" y="1070"/>
                </a:cubicBezTo>
                <a:lnTo>
                  <a:pt x="426" y="1070"/>
                </a:lnTo>
                <a:cubicBezTo>
                  <a:pt x="416" y="1066"/>
                  <a:pt x="407" y="1064"/>
                  <a:pt x="397" y="1065"/>
                </a:cubicBezTo>
                <a:lnTo>
                  <a:pt x="397" y="1065"/>
                </a:lnTo>
                <a:cubicBezTo>
                  <a:pt x="387" y="1066"/>
                  <a:pt x="377" y="1069"/>
                  <a:pt x="369" y="1076"/>
                </a:cubicBezTo>
                <a:lnTo>
                  <a:pt x="320" y="1111"/>
                </a:lnTo>
                <a:lnTo>
                  <a:pt x="320" y="1111"/>
                </a:lnTo>
                <a:lnTo>
                  <a:pt x="319" y="1111"/>
                </a:lnTo>
                <a:lnTo>
                  <a:pt x="212" y="1021"/>
                </a:lnTo>
                <a:lnTo>
                  <a:pt x="239" y="966"/>
                </a:lnTo>
                <a:lnTo>
                  <a:pt x="239" y="966"/>
                </a:lnTo>
                <a:cubicBezTo>
                  <a:pt x="248" y="948"/>
                  <a:pt x="246" y="926"/>
                  <a:pt x="234" y="909"/>
                </a:cubicBezTo>
                <a:lnTo>
                  <a:pt x="234" y="909"/>
                </a:lnTo>
                <a:cubicBezTo>
                  <a:pt x="209" y="874"/>
                  <a:pt x="190" y="836"/>
                  <a:pt x="175" y="797"/>
                </a:cubicBezTo>
                <a:lnTo>
                  <a:pt x="175" y="797"/>
                </a:lnTo>
                <a:cubicBezTo>
                  <a:pt x="168" y="777"/>
                  <a:pt x="151" y="763"/>
                  <a:pt x="131" y="760"/>
                </a:cubicBezTo>
                <a:lnTo>
                  <a:pt x="72" y="751"/>
                </a:lnTo>
                <a:lnTo>
                  <a:pt x="72" y="751"/>
                </a:lnTo>
                <a:lnTo>
                  <a:pt x="71" y="751"/>
                </a:lnTo>
                <a:lnTo>
                  <a:pt x="59" y="611"/>
                </a:lnTo>
                <a:lnTo>
                  <a:pt x="116" y="591"/>
                </a:lnTo>
                <a:lnTo>
                  <a:pt x="116" y="591"/>
                </a:lnTo>
                <a:cubicBezTo>
                  <a:pt x="136" y="584"/>
                  <a:pt x="150" y="568"/>
                  <a:pt x="154" y="547"/>
                </a:cubicBezTo>
                <a:lnTo>
                  <a:pt x="154" y="547"/>
                </a:lnTo>
                <a:cubicBezTo>
                  <a:pt x="161" y="505"/>
                  <a:pt x="174" y="465"/>
                  <a:pt x="192" y="427"/>
                </a:cubicBezTo>
                <a:lnTo>
                  <a:pt x="192" y="427"/>
                </a:lnTo>
                <a:cubicBezTo>
                  <a:pt x="201" y="408"/>
                  <a:pt x="198" y="386"/>
                  <a:pt x="186" y="369"/>
                </a:cubicBezTo>
                <a:lnTo>
                  <a:pt x="151" y="321"/>
                </a:lnTo>
                <a:lnTo>
                  <a:pt x="151" y="321"/>
                </a:lnTo>
                <a:cubicBezTo>
                  <a:pt x="151" y="320"/>
                  <a:pt x="151" y="320"/>
                  <a:pt x="151" y="320"/>
                </a:cubicBezTo>
                <a:lnTo>
                  <a:pt x="240" y="212"/>
                </a:lnTo>
                <a:lnTo>
                  <a:pt x="295" y="239"/>
                </a:lnTo>
                <a:lnTo>
                  <a:pt x="295" y="239"/>
                </a:lnTo>
                <a:cubicBezTo>
                  <a:pt x="305" y="244"/>
                  <a:pt x="315" y="245"/>
                  <a:pt x="325" y="245"/>
                </a:cubicBezTo>
                <a:lnTo>
                  <a:pt x="325" y="245"/>
                </a:lnTo>
                <a:cubicBezTo>
                  <a:pt x="335" y="244"/>
                  <a:pt x="345" y="241"/>
                  <a:pt x="353" y="234"/>
                </a:cubicBezTo>
                <a:lnTo>
                  <a:pt x="353" y="234"/>
                </a:lnTo>
                <a:cubicBezTo>
                  <a:pt x="388" y="211"/>
                  <a:pt x="425" y="191"/>
                  <a:pt x="465" y="176"/>
                </a:cubicBezTo>
                <a:lnTo>
                  <a:pt x="465" y="176"/>
                </a:lnTo>
                <a:cubicBezTo>
                  <a:pt x="484" y="170"/>
                  <a:pt x="499" y="153"/>
                  <a:pt x="502" y="132"/>
                </a:cubicBezTo>
                <a:lnTo>
                  <a:pt x="512" y="72"/>
                </a:lnTo>
                <a:lnTo>
                  <a:pt x="651" y="60"/>
                </a:lnTo>
                <a:lnTo>
                  <a:pt x="651" y="60"/>
                </a:lnTo>
                <a:lnTo>
                  <a:pt x="651" y="60"/>
                </a:lnTo>
                <a:lnTo>
                  <a:pt x="671" y="117"/>
                </a:lnTo>
                <a:lnTo>
                  <a:pt x="671" y="117"/>
                </a:lnTo>
                <a:cubicBezTo>
                  <a:pt x="678" y="137"/>
                  <a:pt x="694" y="151"/>
                  <a:pt x="714" y="155"/>
                </a:cubicBezTo>
                <a:lnTo>
                  <a:pt x="714" y="155"/>
                </a:lnTo>
                <a:cubicBezTo>
                  <a:pt x="756" y="162"/>
                  <a:pt x="796" y="175"/>
                  <a:pt x="835" y="193"/>
                </a:cubicBezTo>
                <a:lnTo>
                  <a:pt x="835" y="193"/>
                </a:lnTo>
                <a:cubicBezTo>
                  <a:pt x="844" y="197"/>
                  <a:pt x="854" y="198"/>
                  <a:pt x="864" y="198"/>
                </a:cubicBezTo>
                <a:lnTo>
                  <a:pt x="864" y="198"/>
                </a:lnTo>
                <a:cubicBezTo>
                  <a:pt x="874" y="197"/>
                  <a:pt x="884" y="194"/>
                  <a:pt x="892" y="187"/>
                </a:cubicBezTo>
                <a:lnTo>
                  <a:pt x="941" y="151"/>
                </a:lnTo>
                <a:lnTo>
                  <a:pt x="1049" y="241"/>
                </a:lnTo>
                <a:lnTo>
                  <a:pt x="1049" y="241"/>
                </a:lnTo>
                <a:cubicBezTo>
                  <a:pt x="1049" y="242"/>
                  <a:pt x="1049" y="242"/>
                  <a:pt x="1049" y="242"/>
                </a:cubicBezTo>
                <a:lnTo>
                  <a:pt x="1023" y="296"/>
                </a:lnTo>
                <a:lnTo>
                  <a:pt x="1023" y="296"/>
                </a:lnTo>
                <a:cubicBezTo>
                  <a:pt x="1013" y="315"/>
                  <a:pt x="1015" y="337"/>
                  <a:pt x="1027" y="354"/>
                </a:cubicBezTo>
                <a:lnTo>
                  <a:pt x="1027" y="354"/>
                </a:lnTo>
                <a:cubicBezTo>
                  <a:pt x="1051" y="388"/>
                  <a:pt x="1071" y="426"/>
                  <a:pt x="1086" y="466"/>
                </a:cubicBezTo>
                <a:lnTo>
                  <a:pt x="1086" y="466"/>
                </a:lnTo>
                <a:cubicBezTo>
                  <a:pt x="1092" y="485"/>
                  <a:pt x="1110" y="499"/>
                  <a:pt x="1130" y="502"/>
                </a:cubicBezTo>
                <a:lnTo>
                  <a:pt x="1190" y="512"/>
                </a:lnTo>
                <a:lnTo>
                  <a:pt x="1202" y="652"/>
                </a:lnTo>
                <a:close/>
                <a:moveTo>
                  <a:pt x="1200" y="456"/>
                </a:moveTo>
                <a:lnTo>
                  <a:pt x="1139" y="446"/>
                </a:lnTo>
                <a:lnTo>
                  <a:pt x="1139" y="446"/>
                </a:lnTo>
                <a:cubicBezTo>
                  <a:pt x="1122" y="401"/>
                  <a:pt x="1100" y="359"/>
                  <a:pt x="1073" y="321"/>
                </a:cubicBezTo>
                <a:lnTo>
                  <a:pt x="1101" y="265"/>
                </a:lnTo>
                <a:lnTo>
                  <a:pt x="1101" y="265"/>
                </a:lnTo>
                <a:cubicBezTo>
                  <a:pt x="1109" y="245"/>
                  <a:pt x="1113" y="221"/>
                  <a:pt x="1095" y="206"/>
                </a:cubicBezTo>
                <a:lnTo>
                  <a:pt x="968" y="100"/>
                </a:lnTo>
                <a:lnTo>
                  <a:pt x="968" y="100"/>
                </a:lnTo>
                <a:cubicBezTo>
                  <a:pt x="960" y="93"/>
                  <a:pt x="951" y="91"/>
                  <a:pt x="941" y="91"/>
                </a:cubicBezTo>
                <a:lnTo>
                  <a:pt x="941" y="91"/>
                </a:lnTo>
                <a:cubicBezTo>
                  <a:pt x="930" y="93"/>
                  <a:pt x="919" y="98"/>
                  <a:pt x="909" y="104"/>
                </a:cubicBezTo>
                <a:lnTo>
                  <a:pt x="859" y="141"/>
                </a:lnTo>
                <a:lnTo>
                  <a:pt x="859" y="141"/>
                </a:lnTo>
                <a:cubicBezTo>
                  <a:pt x="817" y="121"/>
                  <a:pt x="771" y="107"/>
                  <a:pt x="724" y="99"/>
                </a:cubicBezTo>
                <a:lnTo>
                  <a:pt x="704" y="40"/>
                </a:lnTo>
                <a:lnTo>
                  <a:pt x="704" y="40"/>
                </a:lnTo>
                <a:cubicBezTo>
                  <a:pt x="696" y="20"/>
                  <a:pt x="682" y="0"/>
                  <a:pt x="659" y="2"/>
                </a:cubicBezTo>
                <a:lnTo>
                  <a:pt x="493" y="16"/>
                </a:lnTo>
                <a:lnTo>
                  <a:pt x="493" y="16"/>
                </a:lnTo>
                <a:cubicBezTo>
                  <a:pt x="470" y="19"/>
                  <a:pt x="459" y="41"/>
                  <a:pt x="455" y="61"/>
                </a:cubicBezTo>
                <a:lnTo>
                  <a:pt x="445" y="123"/>
                </a:lnTo>
                <a:lnTo>
                  <a:pt x="445" y="123"/>
                </a:lnTo>
                <a:cubicBezTo>
                  <a:pt x="401" y="140"/>
                  <a:pt x="358" y="162"/>
                  <a:pt x="321" y="188"/>
                </a:cubicBezTo>
                <a:lnTo>
                  <a:pt x="264" y="161"/>
                </a:lnTo>
                <a:lnTo>
                  <a:pt x="264" y="161"/>
                </a:lnTo>
                <a:cubicBezTo>
                  <a:pt x="254" y="156"/>
                  <a:pt x="242" y="153"/>
                  <a:pt x="230" y="154"/>
                </a:cubicBezTo>
                <a:lnTo>
                  <a:pt x="230" y="154"/>
                </a:lnTo>
                <a:cubicBezTo>
                  <a:pt x="221" y="154"/>
                  <a:pt x="212" y="158"/>
                  <a:pt x="206" y="166"/>
                </a:cubicBezTo>
                <a:lnTo>
                  <a:pt x="99" y="294"/>
                </a:lnTo>
                <a:lnTo>
                  <a:pt x="99" y="294"/>
                </a:lnTo>
                <a:cubicBezTo>
                  <a:pt x="84" y="311"/>
                  <a:pt x="93" y="334"/>
                  <a:pt x="104" y="353"/>
                </a:cubicBezTo>
                <a:lnTo>
                  <a:pt x="140" y="403"/>
                </a:lnTo>
                <a:lnTo>
                  <a:pt x="140" y="403"/>
                </a:lnTo>
                <a:cubicBezTo>
                  <a:pt x="121" y="445"/>
                  <a:pt x="106" y="490"/>
                  <a:pt x="97" y="537"/>
                </a:cubicBezTo>
                <a:lnTo>
                  <a:pt x="39" y="557"/>
                </a:lnTo>
                <a:lnTo>
                  <a:pt x="39" y="557"/>
                </a:lnTo>
                <a:cubicBezTo>
                  <a:pt x="19" y="565"/>
                  <a:pt x="0" y="579"/>
                  <a:pt x="1" y="603"/>
                </a:cubicBezTo>
                <a:lnTo>
                  <a:pt x="16" y="768"/>
                </a:lnTo>
                <a:lnTo>
                  <a:pt x="16" y="768"/>
                </a:lnTo>
                <a:cubicBezTo>
                  <a:pt x="18" y="792"/>
                  <a:pt x="40" y="802"/>
                  <a:pt x="61" y="806"/>
                </a:cubicBezTo>
                <a:lnTo>
                  <a:pt x="122" y="816"/>
                </a:lnTo>
                <a:lnTo>
                  <a:pt x="122" y="816"/>
                </a:lnTo>
                <a:cubicBezTo>
                  <a:pt x="138" y="861"/>
                  <a:pt x="160" y="903"/>
                  <a:pt x="187" y="941"/>
                </a:cubicBezTo>
                <a:lnTo>
                  <a:pt x="160" y="997"/>
                </a:lnTo>
                <a:lnTo>
                  <a:pt x="160" y="997"/>
                </a:lnTo>
                <a:cubicBezTo>
                  <a:pt x="151" y="1016"/>
                  <a:pt x="147" y="1041"/>
                  <a:pt x="165" y="1056"/>
                </a:cubicBezTo>
                <a:lnTo>
                  <a:pt x="293" y="1163"/>
                </a:lnTo>
                <a:lnTo>
                  <a:pt x="293" y="1163"/>
                </a:lnTo>
                <a:cubicBezTo>
                  <a:pt x="300" y="1170"/>
                  <a:pt x="310" y="1171"/>
                  <a:pt x="318" y="1171"/>
                </a:cubicBezTo>
                <a:lnTo>
                  <a:pt x="318" y="1171"/>
                </a:lnTo>
                <a:cubicBezTo>
                  <a:pt x="330" y="1170"/>
                  <a:pt x="341" y="1164"/>
                  <a:pt x="352" y="1158"/>
                </a:cubicBezTo>
                <a:lnTo>
                  <a:pt x="402" y="1121"/>
                </a:lnTo>
                <a:lnTo>
                  <a:pt x="402" y="1121"/>
                </a:lnTo>
                <a:cubicBezTo>
                  <a:pt x="444" y="1141"/>
                  <a:pt x="489" y="1155"/>
                  <a:pt x="536" y="1164"/>
                </a:cubicBezTo>
                <a:lnTo>
                  <a:pt x="557" y="1223"/>
                </a:lnTo>
                <a:lnTo>
                  <a:pt x="557" y="1223"/>
                </a:lnTo>
                <a:cubicBezTo>
                  <a:pt x="564" y="1243"/>
                  <a:pt x="579" y="1262"/>
                  <a:pt x="602" y="1260"/>
                </a:cubicBezTo>
                <a:lnTo>
                  <a:pt x="768" y="1246"/>
                </a:lnTo>
                <a:lnTo>
                  <a:pt x="768" y="1246"/>
                </a:lnTo>
                <a:cubicBezTo>
                  <a:pt x="791" y="1244"/>
                  <a:pt x="801" y="1222"/>
                  <a:pt x="806" y="1201"/>
                </a:cubicBezTo>
                <a:lnTo>
                  <a:pt x="815" y="1139"/>
                </a:lnTo>
                <a:lnTo>
                  <a:pt x="815" y="1139"/>
                </a:lnTo>
                <a:cubicBezTo>
                  <a:pt x="860" y="1123"/>
                  <a:pt x="902" y="1101"/>
                  <a:pt x="940" y="1074"/>
                </a:cubicBezTo>
                <a:lnTo>
                  <a:pt x="996" y="1101"/>
                </a:lnTo>
                <a:lnTo>
                  <a:pt x="996" y="1101"/>
                </a:lnTo>
                <a:cubicBezTo>
                  <a:pt x="1007" y="1106"/>
                  <a:pt x="1020" y="1109"/>
                  <a:pt x="1031" y="1108"/>
                </a:cubicBezTo>
                <a:lnTo>
                  <a:pt x="1031" y="1108"/>
                </a:lnTo>
                <a:cubicBezTo>
                  <a:pt x="1040" y="1107"/>
                  <a:pt x="1049" y="1104"/>
                  <a:pt x="1055" y="1096"/>
                </a:cubicBezTo>
                <a:lnTo>
                  <a:pt x="1162" y="968"/>
                </a:lnTo>
                <a:lnTo>
                  <a:pt x="1162" y="968"/>
                </a:lnTo>
                <a:cubicBezTo>
                  <a:pt x="1177" y="951"/>
                  <a:pt x="1169" y="928"/>
                  <a:pt x="1157" y="910"/>
                </a:cubicBezTo>
                <a:lnTo>
                  <a:pt x="1121" y="860"/>
                </a:lnTo>
                <a:lnTo>
                  <a:pt x="1121" y="860"/>
                </a:lnTo>
                <a:cubicBezTo>
                  <a:pt x="1141" y="818"/>
                  <a:pt x="1155" y="772"/>
                  <a:pt x="1163" y="725"/>
                </a:cubicBezTo>
                <a:lnTo>
                  <a:pt x="1222" y="705"/>
                </a:lnTo>
                <a:lnTo>
                  <a:pt x="1222" y="705"/>
                </a:lnTo>
                <a:cubicBezTo>
                  <a:pt x="1242" y="696"/>
                  <a:pt x="1262" y="683"/>
                  <a:pt x="1259" y="659"/>
                </a:cubicBezTo>
                <a:lnTo>
                  <a:pt x="1245" y="494"/>
                </a:lnTo>
                <a:lnTo>
                  <a:pt x="1245" y="494"/>
                </a:lnTo>
                <a:cubicBezTo>
                  <a:pt x="1243" y="471"/>
                  <a:pt x="1221" y="460"/>
                  <a:pt x="1200" y="456"/>
                </a:cubicBezTo>
                <a:close/>
                <a:moveTo>
                  <a:pt x="913" y="606"/>
                </a:moveTo>
                <a:lnTo>
                  <a:pt x="913" y="606"/>
                </a:lnTo>
                <a:cubicBezTo>
                  <a:pt x="926" y="753"/>
                  <a:pt x="825" y="883"/>
                  <a:pt x="683" y="910"/>
                </a:cubicBezTo>
                <a:lnTo>
                  <a:pt x="668" y="738"/>
                </a:lnTo>
                <a:lnTo>
                  <a:pt x="668" y="738"/>
                </a:lnTo>
                <a:cubicBezTo>
                  <a:pt x="716" y="721"/>
                  <a:pt x="748" y="674"/>
                  <a:pt x="744" y="621"/>
                </a:cubicBezTo>
                <a:lnTo>
                  <a:pt x="744" y="621"/>
                </a:lnTo>
                <a:cubicBezTo>
                  <a:pt x="743" y="611"/>
                  <a:pt x="740" y="602"/>
                  <a:pt x="737" y="594"/>
                </a:cubicBezTo>
                <a:lnTo>
                  <a:pt x="880" y="497"/>
                </a:lnTo>
                <a:lnTo>
                  <a:pt x="880" y="497"/>
                </a:lnTo>
                <a:cubicBezTo>
                  <a:pt x="898" y="529"/>
                  <a:pt x="909" y="567"/>
                  <a:pt x="913" y="606"/>
                </a:cubicBezTo>
                <a:close/>
                <a:moveTo>
                  <a:pt x="574" y="636"/>
                </a:moveTo>
                <a:lnTo>
                  <a:pt x="574" y="636"/>
                </a:lnTo>
                <a:cubicBezTo>
                  <a:pt x="571" y="605"/>
                  <a:pt x="594" y="578"/>
                  <a:pt x="626" y="575"/>
                </a:cubicBezTo>
                <a:lnTo>
                  <a:pt x="626" y="575"/>
                </a:lnTo>
                <a:cubicBezTo>
                  <a:pt x="657" y="572"/>
                  <a:pt x="685" y="595"/>
                  <a:pt x="687" y="626"/>
                </a:cubicBezTo>
                <a:lnTo>
                  <a:pt x="687" y="626"/>
                </a:lnTo>
                <a:cubicBezTo>
                  <a:pt x="690" y="658"/>
                  <a:pt x="667" y="685"/>
                  <a:pt x="635" y="688"/>
                </a:cubicBezTo>
                <a:lnTo>
                  <a:pt x="635" y="688"/>
                </a:lnTo>
                <a:cubicBezTo>
                  <a:pt x="604" y="690"/>
                  <a:pt x="577" y="668"/>
                  <a:pt x="574" y="636"/>
                </a:cubicBezTo>
                <a:close/>
                <a:moveTo>
                  <a:pt x="627" y="915"/>
                </a:moveTo>
                <a:lnTo>
                  <a:pt x="627" y="915"/>
                </a:lnTo>
                <a:cubicBezTo>
                  <a:pt x="483" y="913"/>
                  <a:pt x="360" y="803"/>
                  <a:pt x="347" y="656"/>
                </a:cubicBezTo>
                <a:lnTo>
                  <a:pt x="347" y="656"/>
                </a:lnTo>
                <a:cubicBezTo>
                  <a:pt x="345" y="616"/>
                  <a:pt x="349" y="578"/>
                  <a:pt x="361" y="542"/>
                </a:cubicBezTo>
                <a:lnTo>
                  <a:pt x="519" y="612"/>
                </a:lnTo>
                <a:lnTo>
                  <a:pt x="519" y="612"/>
                </a:lnTo>
                <a:cubicBezTo>
                  <a:pt x="518" y="622"/>
                  <a:pt x="516" y="631"/>
                  <a:pt x="518" y="641"/>
                </a:cubicBezTo>
                <a:lnTo>
                  <a:pt x="518" y="641"/>
                </a:lnTo>
                <a:cubicBezTo>
                  <a:pt x="522" y="694"/>
                  <a:pt x="562" y="734"/>
                  <a:pt x="612" y="743"/>
                </a:cubicBezTo>
                <a:lnTo>
                  <a:pt x="627" y="915"/>
                </a:lnTo>
                <a:close/>
                <a:moveTo>
                  <a:pt x="605" y="348"/>
                </a:moveTo>
                <a:lnTo>
                  <a:pt x="605" y="348"/>
                </a:lnTo>
                <a:cubicBezTo>
                  <a:pt x="702" y="340"/>
                  <a:pt x="791" y="381"/>
                  <a:pt x="848" y="450"/>
                </a:cubicBezTo>
                <a:lnTo>
                  <a:pt x="705" y="546"/>
                </a:lnTo>
                <a:lnTo>
                  <a:pt x="705" y="546"/>
                </a:lnTo>
                <a:cubicBezTo>
                  <a:pt x="683" y="526"/>
                  <a:pt x="653" y="515"/>
                  <a:pt x="620" y="518"/>
                </a:cubicBezTo>
                <a:lnTo>
                  <a:pt x="620" y="518"/>
                </a:lnTo>
                <a:cubicBezTo>
                  <a:pt x="588" y="521"/>
                  <a:pt x="560" y="537"/>
                  <a:pt x="542" y="561"/>
                </a:cubicBezTo>
                <a:lnTo>
                  <a:pt x="384" y="490"/>
                </a:lnTo>
                <a:lnTo>
                  <a:pt x="384" y="490"/>
                </a:lnTo>
                <a:cubicBezTo>
                  <a:pt x="429" y="412"/>
                  <a:pt x="509" y="357"/>
                  <a:pt x="605" y="348"/>
                </a:cubicBezTo>
                <a:close/>
                <a:moveTo>
                  <a:pt x="601" y="292"/>
                </a:moveTo>
                <a:lnTo>
                  <a:pt x="601" y="292"/>
                </a:lnTo>
                <a:cubicBezTo>
                  <a:pt x="414" y="308"/>
                  <a:pt x="275" y="474"/>
                  <a:pt x="291" y="661"/>
                </a:cubicBezTo>
                <a:lnTo>
                  <a:pt x="291" y="661"/>
                </a:lnTo>
                <a:cubicBezTo>
                  <a:pt x="308" y="848"/>
                  <a:pt x="473" y="987"/>
                  <a:pt x="660" y="970"/>
                </a:cubicBezTo>
                <a:lnTo>
                  <a:pt x="660" y="970"/>
                </a:lnTo>
                <a:cubicBezTo>
                  <a:pt x="848" y="954"/>
                  <a:pt x="986" y="789"/>
                  <a:pt x="969" y="601"/>
                </a:cubicBezTo>
                <a:lnTo>
                  <a:pt x="969" y="601"/>
                </a:lnTo>
                <a:cubicBezTo>
                  <a:pt x="954" y="414"/>
                  <a:pt x="788" y="275"/>
                  <a:pt x="601" y="292"/>
                </a:cubicBez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27" name="Freeform 216">
            <a:extLst>
              <a:ext uri="{FF2B5EF4-FFF2-40B4-BE49-F238E27FC236}">
                <a16:creationId xmlns:a16="http://schemas.microsoft.com/office/drawing/2014/main" id="{2554526D-F1E0-FF4E-A1DA-57381FBCC90D}"/>
              </a:ext>
            </a:extLst>
          </p:cNvPr>
          <p:cNvSpPr>
            <a:spLocks noGrp="1"/>
          </p:cNvSpPr>
          <p:nvPr/>
        </p:nvSpPr>
        <p:spPr>
          <a:xfrm>
            <a:off x="12122904" y="2534518"/>
            <a:ext cx="8898736" cy="8898735"/>
          </a:xfrm>
          <a:custGeom>
            <a:avLst/>
            <a:gdLst>
              <a:gd name="T0" fmla="*/ 3570 w 7142"/>
              <a:gd name="T1" fmla="*/ 0 h 7142"/>
              <a:gd name="T2" fmla="*/ 3570 w 7142"/>
              <a:gd name="T3" fmla="*/ 0 h 7142"/>
              <a:gd name="T4" fmla="*/ 0 w 7142"/>
              <a:gd name="T5" fmla="*/ 3570 h 7142"/>
              <a:gd name="T6" fmla="*/ 0 w 7142"/>
              <a:gd name="T7" fmla="*/ 3570 h 7142"/>
              <a:gd name="T8" fmla="*/ 3570 w 7142"/>
              <a:gd name="T9" fmla="*/ 7141 h 7142"/>
              <a:gd name="T10" fmla="*/ 3570 w 7142"/>
              <a:gd name="T11" fmla="*/ 7141 h 7142"/>
              <a:gd name="T12" fmla="*/ 7141 w 7142"/>
              <a:gd name="T13" fmla="*/ 3570 h 7142"/>
              <a:gd name="T14" fmla="*/ 7141 w 7142"/>
              <a:gd name="T15" fmla="*/ 3570 h 7142"/>
              <a:gd name="T16" fmla="*/ 3570 w 7142"/>
              <a:gd name="T17" fmla="*/ 0 h 7142"/>
            </a:gdLst>
            <a:ahLst/>
            <a:cxnLst/>
            <a:rect l="0" t="0" r="r" b="b"/>
            <a:pathLst>
              <a:path w="7142" h="7142">
                <a:moveTo>
                  <a:pt x="3570" y="0"/>
                </a:moveTo>
                <a:lnTo>
                  <a:pt x="3570" y="0"/>
                </a:lnTo>
                <a:cubicBezTo>
                  <a:pt x="1596" y="0"/>
                  <a:pt x="0" y="1597"/>
                  <a:pt x="0" y="3570"/>
                </a:cubicBezTo>
                <a:lnTo>
                  <a:pt x="0" y="3570"/>
                </a:lnTo>
                <a:cubicBezTo>
                  <a:pt x="0" y="5544"/>
                  <a:pt x="1596" y="7141"/>
                  <a:pt x="3570" y="7141"/>
                </a:cubicBezTo>
                <a:lnTo>
                  <a:pt x="3570" y="7141"/>
                </a:lnTo>
                <a:cubicBezTo>
                  <a:pt x="5544" y="7141"/>
                  <a:pt x="7141" y="5544"/>
                  <a:pt x="7141" y="3570"/>
                </a:cubicBezTo>
                <a:lnTo>
                  <a:pt x="7141" y="3570"/>
                </a:lnTo>
                <a:cubicBezTo>
                  <a:pt x="7141" y="1597"/>
                  <a:pt x="5544" y="0"/>
                  <a:pt x="3570" y="0"/>
                </a:cubicBezTo>
              </a:path>
            </a:pathLst>
          </a:custGeom>
          <a:noFill/>
          <a:ln w="38100">
            <a:solidFill>
              <a:schemeClr val="accent6"/>
            </a:solidFill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28" name="Freeform 217">
            <a:extLst>
              <a:ext uri="{FF2B5EF4-FFF2-40B4-BE49-F238E27FC236}">
                <a16:creationId xmlns:a16="http://schemas.microsoft.com/office/drawing/2014/main" id="{01A541F6-B8B1-224C-93B8-82F5C36F6D6B}"/>
              </a:ext>
            </a:extLst>
          </p:cNvPr>
          <p:cNvSpPr>
            <a:spLocks noGrp="1"/>
          </p:cNvSpPr>
          <p:nvPr/>
        </p:nvSpPr>
        <p:spPr>
          <a:xfrm>
            <a:off x="11573599" y="6434580"/>
            <a:ext cx="1098609" cy="1098609"/>
          </a:xfrm>
          <a:custGeom>
            <a:avLst/>
            <a:gdLst>
              <a:gd name="T0" fmla="*/ 860 w 881"/>
              <a:gd name="T1" fmla="*/ 403 h 882"/>
              <a:gd name="T2" fmla="*/ 860 w 881"/>
              <a:gd name="T3" fmla="*/ 403 h 882"/>
              <a:gd name="T4" fmla="*/ 477 w 881"/>
              <a:gd name="T5" fmla="*/ 861 h 882"/>
              <a:gd name="T6" fmla="*/ 477 w 881"/>
              <a:gd name="T7" fmla="*/ 861 h 882"/>
              <a:gd name="T8" fmla="*/ 20 w 881"/>
              <a:gd name="T9" fmla="*/ 477 h 882"/>
              <a:gd name="T10" fmla="*/ 20 w 881"/>
              <a:gd name="T11" fmla="*/ 477 h 882"/>
              <a:gd name="T12" fmla="*/ 403 w 881"/>
              <a:gd name="T13" fmla="*/ 20 h 882"/>
              <a:gd name="T14" fmla="*/ 403 w 881"/>
              <a:gd name="T15" fmla="*/ 20 h 882"/>
              <a:gd name="T16" fmla="*/ 860 w 881"/>
              <a:gd name="T17" fmla="*/ 403 h 882"/>
            </a:gdLst>
            <a:ahLst/>
            <a:cxnLst/>
            <a:rect l="0" t="0" r="r" b="b"/>
            <a:pathLst>
              <a:path w="881" h="882">
                <a:moveTo>
                  <a:pt x="860" y="403"/>
                </a:moveTo>
                <a:lnTo>
                  <a:pt x="860" y="403"/>
                </a:lnTo>
                <a:cubicBezTo>
                  <a:pt x="880" y="635"/>
                  <a:pt x="708" y="840"/>
                  <a:pt x="477" y="861"/>
                </a:cubicBezTo>
                <a:lnTo>
                  <a:pt x="477" y="861"/>
                </a:lnTo>
                <a:cubicBezTo>
                  <a:pt x="245" y="881"/>
                  <a:pt x="41" y="709"/>
                  <a:pt x="20" y="477"/>
                </a:cubicBezTo>
                <a:lnTo>
                  <a:pt x="20" y="477"/>
                </a:lnTo>
                <a:cubicBezTo>
                  <a:pt x="0" y="245"/>
                  <a:pt x="172" y="40"/>
                  <a:pt x="403" y="20"/>
                </a:cubicBezTo>
                <a:lnTo>
                  <a:pt x="403" y="20"/>
                </a:lnTo>
                <a:cubicBezTo>
                  <a:pt x="635" y="0"/>
                  <a:pt x="840" y="171"/>
                  <a:pt x="860" y="40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29" name="Freeform 218">
            <a:extLst>
              <a:ext uri="{FF2B5EF4-FFF2-40B4-BE49-F238E27FC236}">
                <a16:creationId xmlns:a16="http://schemas.microsoft.com/office/drawing/2014/main" id="{21E251C0-B82A-984B-A806-0B07F09ED975}"/>
              </a:ext>
            </a:extLst>
          </p:cNvPr>
          <p:cNvSpPr>
            <a:spLocks noGrp="1"/>
          </p:cNvSpPr>
          <p:nvPr/>
        </p:nvSpPr>
        <p:spPr>
          <a:xfrm>
            <a:off x="13792790" y="2567476"/>
            <a:ext cx="1098609" cy="1098609"/>
          </a:xfrm>
          <a:custGeom>
            <a:avLst/>
            <a:gdLst>
              <a:gd name="T0" fmla="*/ 861 w 883"/>
              <a:gd name="T1" fmla="*/ 404 h 882"/>
              <a:gd name="T2" fmla="*/ 861 w 883"/>
              <a:gd name="T3" fmla="*/ 404 h 882"/>
              <a:gd name="T4" fmla="*/ 478 w 883"/>
              <a:gd name="T5" fmla="*/ 860 h 882"/>
              <a:gd name="T6" fmla="*/ 478 w 883"/>
              <a:gd name="T7" fmla="*/ 860 h 882"/>
              <a:gd name="T8" fmla="*/ 21 w 883"/>
              <a:gd name="T9" fmla="*/ 477 h 882"/>
              <a:gd name="T10" fmla="*/ 21 w 883"/>
              <a:gd name="T11" fmla="*/ 477 h 882"/>
              <a:gd name="T12" fmla="*/ 405 w 883"/>
              <a:gd name="T13" fmla="*/ 20 h 882"/>
              <a:gd name="T14" fmla="*/ 405 w 883"/>
              <a:gd name="T15" fmla="*/ 20 h 882"/>
              <a:gd name="T16" fmla="*/ 861 w 883"/>
              <a:gd name="T17" fmla="*/ 404 h 882"/>
            </a:gdLst>
            <a:ahLst/>
            <a:cxnLst/>
            <a:rect l="0" t="0" r="r" b="b"/>
            <a:pathLst>
              <a:path w="883" h="882">
                <a:moveTo>
                  <a:pt x="861" y="404"/>
                </a:moveTo>
                <a:lnTo>
                  <a:pt x="861" y="404"/>
                </a:lnTo>
                <a:cubicBezTo>
                  <a:pt x="882" y="636"/>
                  <a:pt x="710" y="840"/>
                  <a:pt x="478" y="860"/>
                </a:cubicBezTo>
                <a:lnTo>
                  <a:pt x="478" y="860"/>
                </a:lnTo>
                <a:cubicBezTo>
                  <a:pt x="245" y="881"/>
                  <a:pt x="41" y="709"/>
                  <a:pt x="21" y="477"/>
                </a:cubicBezTo>
                <a:lnTo>
                  <a:pt x="21" y="477"/>
                </a:lnTo>
                <a:cubicBezTo>
                  <a:pt x="0" y="245"/>
                  <a:pt x="172" y="40"/>
                  <a:pt x="405" y="20"/>
                </a:cubicBezTo>
                <a:lnTo>
                  <a:pt x="405" y="20"/>
                </a:lnTo>
                <a:cubicBezTo>
                  <a:pt x="636" y="0"/>
                  <a:pt x="841" y="172"/>
                  <a:pt x="861" y="404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30" name="Freeform 219">
            <a:extLst>
              <a:ext uri="{FF2B5EF4-FFF2-40B4-BE49-F238E27FC236}">
                <a16:creationId xmlns:a16="http://schemas.microsoft.com/office/drawing/2014/main" id="{396F7F48-CA8E-CF49-BC18-6606AF7EC861}"/>
              </a:ext>
            </a:extLst>
          </p:cNvPr>
          <p:cNvSpPr>
            <a:spLocks noGrp="1"/>
          </p:cNvSpPr>
          <p:nvPr/>
        </p:nvSpPr>
        <p:spPr>
          <a:xfrm>
            <a:off x="18242158" y="2578462"/>
            <a:ext cx="1098609" cy="1098609"/>
          </a:xfrm>
          <a:custGeom>
            <a:avLst/>
            <a:gdLst>
              <a:gd name="T0" fmla="*/ 861 w 882"/>
              <a:gd name="T1" fmla="*/ 404 h 882"/>
              <a:gd name="T2" fmla="*/ 861 w 882"/>
              <a:gd name="T3" fmla="*/ 404 h 882"/>
              <a:gd name="T4" fmla="*/ 477 w 882"/>
              <a:gd name="T5" fmla="*/ 860 h 882"/>
              <a:gd name="T6" fmla="*/ 477 w 882"/>
              <a:gd name="T7" fmla="*/ 860 h 882"/>
              <a:gd name="T8" fmla="*/ 20 w 882"/>
              <a:gd name="T9" fmla="*/ 477 h 882"/>
              <a:gd name="T10" fmla="*/ 20 w 882"/>
              <a:gd name="T11" fmla="*/ 477 h 882"/>
              <a:gd name="T12" fmla="*/ 404 w 882"/>
              <a:gd name="T13" fmla="*/ 20 h 882"/>
              <a:gd name="T14" fmla="*/ 404 w 882"/>
              <a:gd name="T15" fmla="*/ 20 h 882"/>
              <a:gd name="T16" fmla="*/ 861 w 882"/>
              <a:gd name="T17" fmla="*/ 404 h 882"/>
            </a:gdLst>
            <a:ahLst/>
            <a:cxnLst/>
            <a:rect l="0" t="0" r="r" b="b"/>
            <a:pathLst>
              <a:path w="882" h="882">
                <a:moveTo>
                  <a:pt x="861" y="404"/>
                </a:moveTo>
                <a:lnTo>
                  <a:pt x="861" y="404"/>
                </a:lnTo>
                <a:cubicBezTo>
                  <a:pt x="881" y="635"/>
                  <a:pt x="709" y="840"/>
                  <a:pt x="477" y="860"/>
                </a:cubicBezTo>
                <a:lnTo>
                  <a:pt x="477" y="860"/>
                </a:lnTo>
                <a:cubicBezTo>
                  <a:pt x="245" y="881"/>
                  <a:pt x="40" y="709"/>
                  <a:pt x="20" y="477"/>
                </a:cubicBezTo>
                <a:lnTo>
                  <a:pt x="20" y="477"/>
                </a:lnTo>
                <a:cubicBezTo>
                  <a:pt x="0" y="245"/>
                  <a:pt x="172" y="40"/>
                  <a:pt x="404" y="20"/>
                </a:cubicBezTo>
                <a:lnTo>
                  <a:pt x="404" y="20"/>
                </a:lnTo>
                <a:cubicBezTo>
                  <a:pt x="636" y="0"/>
                  <a:pt x="840" y="171"/>
                  <a:pt x="861" y="404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31" name="Freeform 220">
            <a:extLst>
              <a:ext uri="{FF2B5EF4-FFF2-40B4-BE49-F238E27FC236}">
                <a16:creationId xmlns:a16="http://schemas.microsoft.com/office/drawing/2014/main" id="{57F041CA-7B3D-984D-AF48-81203CA1D371}"/>
              </a:ext>
            </a:extLst>
          </p:cNvPr>
          <p:cNvSpPr>
            <a:spLocks noGrp="1"/>
          </p:cNvSpPr>
          <p:nvPr/>
        </p:nvSpPr>
        <p:spPr>
          <a:xfrm>
            <a:off x="20466843" y="6434580"/>
            <a:ext cx="1098609" cy="1098609"/>
          </a:xfrm>
          <a:custGeom>
            <a:avLst/>
            <a:gdLst>
              <a:gd name="T0" fmla="*/ 860 w 882"/>
              <a:gd name="T1" fmla="*/ 403 h 882"/>
              <a:gd name="T2" fmla="*/ 860 w 882"/>
              <a:gd name="T3" fmla="*/ 403 h 882"/>
              <a:gd name="T4" fmla="*/ 477 w 882"/>
              <a:gd name="T5" fmla="*/ 861 h 882"/>
              <a:gd name="T6" fmla="*/ 477 w 882"/>
              <a:gd name="T7" fmla="*/ 861 h 882"/>
              <a:gd name="T8" fmla="*/ 20 w 882"/>
              <a:gd name="T9" fmla="*/ 477 h 882"/>
              <a:gd name="T10" fmla="*/ 20 w 882"/>
              <a:gd name="T11" fmla="*/ 477 h 882"/>
              <a:gd name="T12" fmla="*/ 403 w 882"/>
              <a:gd name="T13" fmla="*/ 20 h 882"/>
              <a:gd name="T14" fmla="*/ 403 w 882"/>
              <a:gd name="T15" fmla="*/ 20 h 882"/>
              <a:gd name="T16" fmla="*/ 860 w 882"/>
              <a:gd name="T17" fmla="*/ 403 h 882"/>
            </a:gdLst>
            <a:ahLst/>
            <a:cxnLst/>
            <a:rect l="0" t="0" r="r" b="b"/>
            <a:pathLst>
              <a:path w="882" h="882">
                <a:moveTo>
                  <a:pt x="860" y="403"/>
                </a:moveTo>
                <a:lnTo>
                  <a:pt x="860" y="403"/>
                </a:lnTo>
                <a:cubicBezTo>
                  <a:pt x="881" y="635"/>
                  <a:pt x="709" y="840"/>
                  <a:pt x="477" y="861"/>
                </a:cubicBezTo>
                <a:lnTo>
                  <a:pt x="477" y="861"/>
                </a:lnTo>
                <a:cubicBezTo>
                  <a:pt x="245" y="881"/>
                  <a:pt x="40" y="709"/>
                  <a:pt x="20" y="477"/>
                </a:cubicBezTo>
                <a:lnTo>
                  <a:pt x="20" y="477"/>
                </a:lnTo>
                <a:cubicBezTo>
                  <a:pt x="0" y="245"/>
                  <a:pt x="171" y="40"/>
                  <a:pt x="403" y="20"/>
                </a:cubicBezTo>
                <a:lnTo>
                  <a:pt x="403" y="20"/>
                </a:lnTo>
                <a:cubicBezTo>
                  <a:pt x="636" y="0"/>
                  <a:pt x="840" y="171"/>
                  <a:pt x="860" y="403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32" name="Freeform 221">
            <a:extLst>
              <a:ext uri="{FF2B5EF4-FFF2-40B4-BE49-F238E27FC236}">
                <a16:creationId xmlns:a16="http://schemas.microsoft.com/office/drawing/2014/main" id="{C1302194-F03B-2E4A-B3EC-A263178FB5A4}"/>
              </a:ext>
            </a:extLst>
          </p:cNvPr>
          <p:cNvSpPr>
            <a:spLocks noGrp="1"/>
          </p:cNvSpPr>
          <p:nvPr/>
        </p:nvSpPr>
        <p:spPr>
          <a:xfrm>
            <a:off x="18242158" y="10285204"/>
            <a:ext cx="1098609" cy="1098609"/>
          </a:xfrm>
          <a:custGeom>
            <a:avLst/>
            <a:gdLst>
              <a:gd name="T0" fmla="*/ 861 w 882"/>
              <a:gd name="T1" fmla="*/ 404 h 882"/>
              <a:gd name="T2" fmla="*/ 861 w 882"/>
              <a:gd name="T3" fmla="*/ 404 h 882"/>
              <a:gd name="T4" fmla="*/ 477 w 882"/>
              <a:gd name="T5" fmla="*/ 861 h 882"/>
              <a:gd name="T6" fmla="*/ 477 w 882"/>
              <a:gd name="T7" fmla="*/ 861 h 882"/>
              <a:gd name="T8" fmla="*/ 20 w 882"/>
              <a:gd name="T9" fmla="*/ 478 h 882"/>
              <a:gd name="T10" fmla="*/ 20 w 882"/>
              <a:gd name="T11" fmla="*/ 478 h 882"/>
              <a:gd name="T12" fmla="*/ 404 w 882"/>
              <a:gd name="T13" fmla="*/ 21 h 882"/>
              <a:gd name="T14" fmla="*/ 404 w 882"/>
              <a:gd name="T15" fmla="*/ 21 h 882"/>
              <a:gd name="T16" fmla="*/ 861 w 882"/>
              <a:gd name="T17" fmla="*/ 404 h 882"/>
            </a:gdLst>
            <a:ahLst/>
            <a:cxnLst/>
            <a:rect l="0" t="0" r="r" b="b"/>
            <a:pathLst>
              <a:path w="882" h="882">
                <a:moveTo>
                  <a:pt x="861" y="404"/>
                </a:moveTo>
                <a:lnTo>
                  <a:pt x="861" y="404"/>
                </a:lnTo>
                <a:cubicBezTo>
                  <a:pt x="881" y="636"/>
                  <a:pt x="709" y="841"/>
                  <a:pt x="477" y="861"/>
                </a:cubicBezTo>
                <a:lnTo>
                  <a:pt x="477" y="861"/>
                </a:lnTo>
                <a:cubicBezTo>
                  <a:pt x="245" y="881"/>
                  <a:pt x="40" y="710"/>
                  <a:pt x="20" y="478"/>
                </a:cubicBezTo>
                <a:lnTo>
                  <a:pt x="20" y="478"/>
                </a:lnTo>
                <a:cubicBezTo>
                  <a:pt x="0" y="245"/>
                  <a:pt x="172" y="41"/>
                  <a:pt x="404" y="21"/>
                </a:cubicBezTo>
                <a:lnTo>
                  <a:pt x="404" y="21"/>
                </a:lnTo>
                <a:cubicBezTo>
                  <a:pt x="636" y="0"/>
                  <a:pt x="840" y="172"/>
                  <a:pt x="861" y="404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sz="3599">
              <a:solidFill>
                <a:schemeClr val="tx2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3" name="Freeform 222">
            <a:extLst>
              <a:ext uri="{FF2B5EF4-FFF2-40B4-BE49-F238E27FC236}">
                <a16:creationId xmlns:a16="http://schemas.microsoft.com/office/drawing/2014/main" id="{B2AF69AA-2D3E-0747-9C0B-07E391B2296F}"/>
              </a:ext>
            </a:extLst>
          </p:cNvPr>
          <p:cNvSpPr>
            <a:spLocks noGrp="1"/>
          </p:cNvSpPr>
          <p:nvPr/>
        </p:nvSpPr>
        <p:spPr>
          <a:xfrm>
            <a:off x="13792790" y="10285204"/>
            <a:ext cx="1098609" cy="1098609"/>
          </a:xfrm>
          <a:custGeom>
            <a:avLst/>
            <a:gdLst>
              <a:gd name="T0" fmla="*/ 861 w 882"/>
              <a:gd name="T1" fmla="*/ 404 h 882"/>
              <a:gd name="T2" fmla="*/ 861 w 882"/>
              <a:gd name="T3" fmla="*/ 404 h 882"/>
              <a:gd name="T4" fmla="*/ 477 w 882"/>
              <a:gd name="T5" fmla="*/ 861 h 882"/>
              <a:gd name="T6" fmla="*/ 477 w 882"/>
              <a:gd name="T7" fmla="*/ 861 h 882"/>
              <a:gd name="T8" fmla="*/ 20 w 882"/>
              <a:gd name="T9" fmla="*/ 478 h 882"/>
              <a:gd name="T10" fmla="*/ 20 w 882"/>
              <a:gd name="T11" fmla="*/ 478 h 882"/>
              <a:gd name="T12" fmla="*/ 403 w 882"/>
              <a:gd name="T13" fmla="*/ 21 h 882"/>
              <a:gd name="T14" fmla="*/ 403 w 882"/>
              <a:gd name="T15" fmla="*/ 21 h 882"/>
              <a:gd name="T16" fmla="*/ 861 w 882"/>
              <a:gd name="T17" fmla="*/ 404 h 882"/>
            </a:gdLst>
            <a:ahLst/>
            <a:cxnLst/>
            <a:rect l="0" t="0" r="r" b="b"/>
            <a:pathLst>
              <a:path w="882" h="882">
                <a:moveTo>
                  <a:pt x="861" y="404"/>
                </a:moveTo>
                <a:lnTo>
                  <a:pt x="861" y="404"/>
                </a:lnTo>
                <a:cubicBezTo>
                  <a:pt x="881" y="636"/>
                  <a:pt x="709" y="841"/>
                  <a:pt x="477" y="861"/>
                </a:cubicBezTo>
                <a:lnTo>
                  <a:pt x="477" y="861"/>
                </a:lnTo>
                <a:cubicBezTo>
                  <a:pt x="245" y="881"/>
                  <a:pt x="40" y="710"/>
                  <a:pt x="20" y="478"/>
                </a:cubicBezTo>
                <a:lnTo>
                  <a:pt x="20" y="478"/>
                </a:lnTo>
                <a:cubicBezTo>
                  <a:pt x="0" y="245"/>
                  <a:pt x="171" y="41"/>
                  <a:pt x="403" y="21"/>
                </a:cubicBezTo>
                <a:lnTo>
                  <a:pt x="403" y="21"/>
                </a:lnTo>
                <a:cubicBezTo>
                  <a:pt x="636" y="0"/>
                  <a:pt x="840" y="172"/>
                  <a:pt x="861" y="404"/>
                </a:cubicBezTo>
              </a:path>
            </a:pathLst>
          </a:custGeom>
          <a:solidFill>
            <a:schemeClr val="tx1"/>
          </a:solidFill>
          <a:ln>
            <a:noFill/>
          </a:ln>
        </p:spPr>
        <p:txBody>
          <a:bodyPr wrap="none" anchor="ctr"/>
          <a:lstStyle/>
          <a:p>
            <a:endParaRPr sz="3599">
              <a:solidFill>
                <a:schemeClr val="tx2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4" name="Freeform 223">
            <a:extLst>
              <a:ext uri="{FF2B5EF4-FFF2-40B4-BE49-F238E27FC236}">
                <a16:creationId xmlns:a16="http://schemas.microsoft.com/office/drawing/2014/main" id="{2399D2E0-CA0D-B742-871E-AF2ED4A381F4}"/>
              </a:ext>
            </a:extLst>
          </p:cNvPr>
          <p:cNvSpPr>
            <a:spLocks noGrp="1"/>
          </p:cNvSpPr>
          <p:nvPr/>
        </p:nvSpPr>
        <p:spPr>
          <a:xfrm>
            <a:off x="11919666" y="6736696"/>
            <a:ext cx="400991" cy="488883"/>
          </a:xfrm>
          <a:custGeom>
            <a:avLst/>
            <a:gdLst>
              <a:gd name="T0" fmla="*/ 258 w 321"/>
              <a:gd name="T1" fmla="*/ 250 h 393"/>
              <a:gd name="T2" fmla="*/ 266 w 321"/>
              <a:gd name="T3" fmla="*/ 240 h 393"/>
              <a:gd name="T4" fmla="*/ 258 w 321"/>
              <a:gd name="T5" fmla="*/ 232 h 393"/>
              <a:gd name="T6" fmla="*/ 62 w 321"/>
              <a:gd name="T7" fmla="*/ 232 h 393"/>
              <a:gd name="T8" fmla="*/ 54 w 321"/>
              <a:gd name="T9" fmla="*/ 240 h 393"/>
              <a:gd name="T10" fmla="*/ 62 w 321"/>
              <a:gd name="T11" fmla="*/ 303 h 393"/>
              <a:gd name="T12" fmla="*/ 223 w 321"/>
              <a:gd name="T13" fmla="*/ 303 h 393"/>
              <a:gd name="T14" fmla="*/ 231 w 321"/>
              <a:gd name="T15" fmla="*/ 294 h 393"/>
              <a:gd name="T16" fmla="*/ 62 w 321"/>
              <a:gd name="T17" fmla="*/ 285 h 393"/>
              <a:gd name="T18" fmla="*/ 54 w 321"/>
              <a:gd name="T19" fmla="*/ 294 h 393"/>
              <a:gd name="T20" fmla="*/ 62 w 321"/>
              <a:gd name="T21" fmla="*/ 303 h 393"/>
              <a:gd name="T22" fmla="*/ 18 w 321"/>
              <a:gd name="T23" fmla="*/ 107 h 393"/>
              <a:gd name="T24" fmla="*/ 89 w 321"/>
              <a:gd name="T25" fmla="*/ 71 h 393"/>
              <a:gd name="T26" fmla="*/ 107 w 321"/>
              <a:gd name="T27" fmla="*/ 90 h 393"/>
              <a:gd name="T28" fmla="*/ 214 w 321"/>
              <a:gd name="T29" fmla="*/ 90 h 393"/>
              <a:gd name="T30" fmla="*/ 302 w 321"/>
              <a:gd name="T31" fmla="*/ 71 h 393"/>
              <a:gd name="T32" fmla="*/ 302 w 321"/>
              <a:gd name="T33" fmla="*/ 374 h 393"/>
              <a:gd name="T34" fmla="*/ 18 w 321"/>
              <a:gd name="T35" fmla="*/ 125 h 393"/>
              <a:gd name="T36" fmla="*/ 302 w 321"/>
              <a:gd name="T37" fmla="*/ 374 h 393"/>
              <a:gd name="T38" fmla="*/ 214 w 321"/>
              <a:gd name="T39" fmla="*/ 36 h 393"/>
              <a:gd name="T40" fmla="*/ 107 w 321"/>
              <a:gd name="T41" fmla="*/ 71 h 393"/>
              <a:gd name="T42" fmla="*/ 302 w 321"/>
              <a:gd name="T43" fmla="*/ 53 h 393"/>
              <a:gd name="T44" fmla="*/ 231 w 321"/>
              <a:gd name="T45" fmla="*/ 36 h 393"/>
              <a:gd name="T46" fmla="*/ 214 w 321"/>
              <a:gd name="T47" fmla="*/ 18 h 393"/>
              <a:gd name="T48" fmla="*/ 178 w 321"/>
              <a:gd name="T49" fmla="*/ 18 h 393"/>
              <a:gd name="T50" fmla="*/ 161 w 321"/>
              <a:gd name="T51" fmla="*/ 0 h 393"/>
              <a:gd name="T52" fmla="*/ 107 w 321"/>
              <a:gd name="T53" fmla="*/ 18 h 393"/>
              <a:gd name="T54" fmla="*/ 89 w 321"/>
              <a:gd name="T55" fmla="*/ 36 h 393"/>
              <a:gd name="T56" fmla="*/ 18 w 321"/>
              <a:gd name="T57" fmla="*/ 53 h 393"/>
              <a:gd name="T58" fmla="*/ 0 w 321"/>
              <a:gd name="T59" fmla="*/ 71 h 393"/>
              <a:gd name="T60" fmla="*/ 0 w 321"/>
              <a:gd name="T61" fmla="*/ 374 h 393"/>
              <a:gd name="T62" fmla="*/ 302 w 321"/>
              <a:gd name="T63" fmla="*/ 392 h 393"/>
              <a:gd name="T64" fmla="*/ 320 w 321"/>
              <a:gd name="T65" fmla="*/ 374 h 393"/>
              <a:gd name="T66" fmla="*/ 320 w 321"/>
              <a:gd name="T67" fmla="*/ 71 h 393"/>
              <a:gd name="T68" fmla="*/ 62 w 321"/>
              <a:gd name="T69" fmla="*/ 196 h 393"/>
              <a:gd name="T70" fmla="*/ 169 w 321"/>
              <a:gd name="T71" fmla="*/ 196 h 393"/>
              <a:gd name="T72" fmla="*/ 178 w 321"/>
              <a:gd name="T73" fmla="*/ 187 h 393"/>
              <a:gd name="T74" fmla="*/ 62 w 321"/>
              <a:gd name="T75" fmla="*/ 178 h 393"/>
              <a:gd name="T76" fmla="*/ 54 w 321"/>
              <a:gd name="T77" fmla="*/ 187 h 393"/>
              <a:gd name="T78" fmla="*/ 62 w 321"/>
              <a:gd name="T79" fmla="*/ 196 h 393"/>
            </a:gdLst>
            <a:ahLst/>
            <a:cxnLst/>
            <a:rect l="0" t="0" r="r" b="b"/>
            <a:pathLst>
              <a:path w="321" h="393">
                <a:moveTo>
                  <a:pt x="62" y="250"/>
                </a:moveTo>
                <a:lnTo>
                  <a:pt x="258" y="250"/>
                </a:lnTo>
                <a:lnTo>
                  <a:pt x="258" y="250"/>
                </a:lnTo>
                <a:cubicBezTo>
                  <a:pt x="262" y="250"/>
                  <a:pt x="266" y="245"/>
                  <a:pt x="266" y="240"/>
                </a:cubicBezTo>
                <a:lnTo>
                  <a:pt x="266" y="240"/>
                </a:lnTo>
                <a:cubicBezTo>
                  <a:pt x="266" y="236"/>
                  <a:pt x="262" y="232"/>
                  <a:pt x="258" y="232"/>
                </a:cubicBezTo>
                <a:lnTo>
                  <a:pt x="62" y="232"/>
                </a:lnTo>
                <a:lnTo>
                  <a:pt x="62" y="232"/>
                </a:lnTo>
                <a:cubicBezTo>
                  <a:pt x="57" y="232"/>
                  <a:pt x="54" y="236"/>
                  <a:pt x="54" y="240"/>
                </a:cubicBezTo>
                <a:lnTo>
                  <a:pt x="54" y="240"/>
                </a:lnTo>
                <a:cubicBezTo>
                  <a:pt x="54" y="245"/>
                  <a:pt x="57" y="250"/>
                  <a:pt x="62" y="250"/>
                </a:cubicBezTo>
                <a:close/>
                <a:moveTo>
                  <a:pt x="62" y="303"/>
                </a:moveTo>
                <a:lnTo>
                  <a:pt x="223" y="303"/>
                </a:lnTo>
                <a:lnTo>
                  <a:pt x="223" y="303"/>
                </a:lnTo>
                <a:cubicBezTo>
                  <a:pt x="227" y="303"/>
                  <a:pt x="231" y="299"/>
                  <a:pt x="231" y="294"/>
                </a:cubicBezTo>
                <a:lnTo>
                  <a:pt x="231" y="294"/>
                </a:lnTo>
                <a:cubicBezTo>
                  <a:pt x="231" y="289"/>
                  <a:pt x="227" y="285"/>
                  <a:pt x="223" y="285"/>
                </a:cubicBezTo>
                <a:lnTo>
                  <a:pt x="62" y="285"/>
                </a:lnTo>
                <a:lnTo>
                  <a:pt x="62" y="285"/>
                </a:lnTo>
                <a:cubicBezTo>
                  <a:pt x="57" y="285"/>
                  <a:pt x="54" y="289"/>
                  <a:pt x="54" y="294"/>
                </a:cubicBezTo>
                <a:lnTo>
                  <a:pt x="54" y="294"/>
                </a:lnTo>
                <a:cubicBezTo>
                  <a:pt x="54" y="299"/>
                  <a:pt x="57" y="303"/>
                  <a:pt x="62" y="303"/>
                </a:cubicBezTo>
                <a:close/>
                <a:moveTo>
                  <a:pt x="302" y="107"/>
                </a:moveTo>
                <a:lnTo>
                  <a:pt x="18" y="107"/>
                </a:lnTo>
                <a:lnTo>
                  <a:pt x="18" y="71"/>
                </a:lnTo>
                <a:lnTo>
                  <a:pt x="89" y="71"/>
                </a:lnTo>
                <a:lnTo>
                  <a:pt x="89" y="71"/>
                </a:lnTo>
                <a:cubicBezTo>
                  <a:pt x="89" y="81"/>
                  <a:pt x="97" y="90"/>
                  <a:pt x="107" y="90"/>
                </a:cubicBezTo>
                <a:lnTo>
                  <a:pt x="214" y="90"/>
                </a:lnTo>
                <a:lnTo>
                  <a:pt x="214" y="90"/>
                </a:lnTo>
                <a:cubicBezTo>
                  <a:pt x="224" y="90"/>
                  <a:pt x="231" y="81"/>
                  <a:pt x="231" y="71"/>
                </a:cubicBezTo>
                <a:lnTo>
                  <a:pt x="302" y="71"/>
                </a:lnTo>
                <a:lnTo>
                  <a:pt x="302" y="107"/>
                </a:lnTo>
                <a:close/>
                <a:moveTo>
                  <a:pt x="302" y="374"/>
                </a:moveTo>
                <a:lnTo>
                  <a:pt x="18" y="374"/>
                </a:lnTo>
                <a:lnTo>
                  <a:pt x="18" y="125"/>
                </a:lnTo>
                <a:lnTo>
                  <a:pt x="302" y="125"/>
                </a:lnTo>
                <a:lnTo>
                  <a:pt x="302" y="374"/>
                </a:lnTo>
                <a:close/>
                <a:moveTo>
                  <a:pt x="107" y="36"/>
                </a:moveTo>
                <a:lnTo>
                  <a:pt x="214" y="36"/>
                </a:lnTo>
                <a:lnTo>
                  <a:pt x="214" y="71"/>
                </a:lnTo>
                <a:lnTo>
                  <a:pt x="107" y="71"/>
                </a:lnTo>
                <a:lnTo>
                  <a:pt x="107" y="36"/>
                </a:lnTo>
                <a:close/>
                <a:moveTo>
                  <a:pt x="302" y="53"/>
                </a:moveTo>
                <a:lnTo>
                  <a:pt x="231" y="53"/>
                </a:lnTo>
                <a:lnTo>
                  <a:pt x="231" y="36"/>
                </a:lnTo>
                <a:lnTo>
                  <a:pt x="231" y="36"/>
                </a:lnTo>
                <a:cubicBezTo>
                  <a:pt x="231" y="26"/>
                  <a:pt x="224" y="18"/>
                  <a:pt x="214" y="18"/>
                </a:cubicBezTo>
                <a:lnTo>
                  <a:pt x="178" y="18"/>
                </a:lnTo>
                <a:lnTo>
                  <a:pt x="178" y="18"/>
                </a:lnTo>
                <a:cubicBezTo>
                  <a:pt x="178" y="8"/>
                  <a:pt x="170" y="0"/>
                  <a:pt x="161" y="0"/>
                </a:cubicBezTo>
                <a:lnTo>
                  <a:pt x="161" y="0"/>
                </a:lnTo>
                <a:cubicBezTo>
                  <a:pt x="150" y="0"/>
                  <a:pt x="142" y="8"/>
                  <a:pt x="142" y="18"/>
                </a:cubicBezTo>
                <a:lnTo>
                  <a:pt x="107" y="18"/>
                </a:lnTo>
                <a:lnTo>
                  <a:pt x="107" y="18"/>
                </a:lnTo>
                <a:cubicBezTo>
                  <a:pt x="97" y="18"/>
                  <a:pt x="89" y="26"/>
                  <a:pt x="89" y="36"/>
                </a:cubicBezTo>
                <a:lnTo>
                  <a:pt x="89" y="53"/>
                </a:lnTo>
                <a:lnTo>
                  <a:pt x="18" y="53"/>
                </a:lnTo>
                <a:lnTo>
                  <a:pt x="18" y="53"/>
                </a:lnTo>
                <a:cubicBezTo>
                  <a:pt x="8" y="53"/>
                  <a:pt x="0" y="61"/>
                  <a:pt x="0" y="71"/>
                </a:cubicBezTo>
                <a:lnTo>
                  <a:pt x="0" y="374"/>
                </a:lnTo>
                <a:lnTo>
                  <a:pt x="0" y="374"/>
                </a:lnTo>
                <a:cubicBezTo>
                  <a:pt x="0" y="384"/>
                  <a:pt x="8" y="392"/>
                  <a:pt x="18" y="392"/>
                </a:cubicBezTo>
                <a:lnTo>
                  <a:pt x="302" y="392"/>
                </a:lnTo>
                <a:lnTo>
                  <a:pt x="302" y="392"/>
                </a:lnTo>
                <a:cubicBezTo>
                  <a:pt x="312" y="392"/>
                  <a:pt x="320" y="384"/>
                  <a:pt x="320" y="374"/>
                </a:cubicBezTo>
                <a:lnTo>
                  <a:pt x="320" y="71"/>
                </a:lnTo>
                <a:lnTo>
                  <a:pt x="320" y="71"/>
                </a:lnTo>
                <a:cubicBezTo>
                  <a:pt x="320" y="61"/>
                  <a:pt x="312" y="53"/>
                  <a:pt x="302" y="53"/>
                </a:cubicBezTo>
                <a:close/>
                <a:moveTo>
                  <a:pt x="62" y="196"/>
                </a:moveTo>
                <a:lnTo>
                  <a:pt x="169" y="196"/>
                </a:lnTo>
                <a:lnTo>
                  <a:pt x="169" y="196"/>
                </a:lnTo>
                <a:cubicBezTo>
                  <a:pt x="174" y="196"/>
                  <a:pt x="178" y="192"/>
                  <a:pt x="178" y="187"/>
                </a:cubicBezTo>
                <a:lnTo>
                  <a:pt x="178" y="187"/>
                </a:lnTo>
                <a:cubicBezTo>
                  <a:pt x="178" y="182"/>
                  <a:pt x="174" y="178"/>
                  <a:pt x="169" y="178"/>
                </a:cubicBezTo>
                <a:lnTo>
                  <a:pt x="62" y="178"/>
                </a:lnTo>
                <a:lnTo>
                  <a:pt x="62" y="178"/>
                </a:lnTo>
                <a:cubicBezTo>
                  <a:pt x="57" y="178"/>
                  <a:pt x="54" y="182"/>
                  <a:pt x="54" y="187"/>
                </a:cubicBezTo>
                <a:lnTo>
                  <a:pt x="54" y="187"/>
                </a:lnTo>
                <a:cubicBezTo>
                  <a:pt x="54" y="192"/>
                  <a:pt x="57" y="196"/>
                  <a:pt x="62" y="1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35" name="Freeform 224">
            <a:extLst>
              <a:ext uri="{FF2B5EF4-FFF2-40B4-BE49-F238E27FC236}">
                <a16:creationId xmlns:a16="http://schemas.microsoft.com/office/drawing/2014/main" id="{6AC7B29C-6E4B-104A-BBE8-69859C352D2D}"/>
              </a:ext>
            </a:extLst>
          </p:cNvPr>
          <p:cNvSpPr>
            <a:spLocks noGrp="1"/>
          </p:cNvSpPr>
          <p:nvPr/>
        </p:nvSpPr>
        <p:spPr>
          <a:xfrm>
            <a:off x="14100401" y="2869592"/>
            <a:ext cx="488883" cy="488883"/>
          </a:xfrm>
          <a:custGeom>
            <a:avLst/>
            <a:gdLst>
              <a:gd name="T0" fmla="*/ 356 w 393"/>
              <a:gd name="T1" fmla="*/ 223 h 393"/>
              <a:gd name="T2" fmla="*/ 328 w 393"/>
              <a:gd name="T3" fmla="*/ 272 h 393"/>
              <a:gd name="T4" fmla="*/ 307 w 393"/>
              <a:gd name="T5" fmla="*/ 338 h 393"/>
              <a:gd name="T6" fmla="*/ 291 w 393"/>
              <a:gd name="T7" fmla="*/ 328 h 393"/>
              <a:gd name="T8" fmla="*/ 272 w 393"/>
              <a:gd name="T9" fmla="*/ 328 h 393"/>
              <a:gd name="T10" fmla="*/ 218 w 393"/>
              <a:gd name="T11" fmla="*/ 374 h 393"/>
              <a:gd name="T12" fmla="*/ 169 w 393"/>
              <a:gd name="T13" fmla="*/ 356 h 393"/>
              <a:gd name="T14" fmla="*/ 120 w 393"/>
              <a:gd name="T15" fmla="*/ 328 h 393"/>
              <a:gd name="T16" fmla="*/ 102 w 393"/>
              <a:gd name="T17" fmla="*/ 328 h 393"/>
              <a:gd name="T18" fmla="*/ 54 w 393"/>
              <a:gd name="T19" fmla="*/ 307 h 393"/>
              <a:gd name="T20" fmla="*/ 65 w 393"/>
              <a:gd name="T21" fmla="*/ 272 h 393"/>
              <a:gd name="T22" fmla="*/ 18 w 393"/>
              <a:gd name="T23" fmla="*/ 218 h 393"/>
              <a:gd name="T24" fmla="*/ 37 w 393"/>
              <a:gd name="T25" fmla="*/ 170 h 393"/>
              <a:gd name="T26" fmla="*/ 65 w 393"/>
              <a:gd name="T27" fmla="*/ 120 h 393"/>
              <a:gd name="T28" fmla="*/ 55 w 393"/>
              <a:gd name="T29" fmla="*/ 86 h 393"/>
              <a:gd name="T30" fmla="*/ 102 w 393"/>
              <a:gd name="T31" fmla="*/ 65 h 393"/>
              <a:gd name="T32" fmla="*/ 120 w 393"/>
              <a:gd name="T33" fmla="*/ 65 h 393"/>
              <a:gd name="T34" fmla="*/ 174 w 393"/>
              <a:gd name="T35" fmla="*/ 18 h 393"/>
              <a:gd name="T36" fmla="*/ 223 w 393"/>
              <a:gd name="T37" fmla="*/ 36 h 393"/>
              <a:gd name="T38" fmla="*/ 272 w 393"/>
              <a:gd name="T39" fmla="*/ 65 h 393"/>
              <a:gd name="T40" fmla="*/ 291 w 393"/>
              <a:gd name="T41" fmla="*/ 65 h 393"/>
              <a:gd name="T42" fmla="*/ 338 w 393"/>
              <a:gd name="T43" fmla="*/ 86 h 393"/>
              <a:gd name="T44" fmla="*/ 328 w 393"/>
              <a:gd name="T45" fmla="*/ 120 h 393"/>
              <a:gd name="T46" fmla="*/ 374 w 393"/>
              <a:gd name="T47" fmla="*/ 174 h 393"/>
              <a:gd name="T48" fmla="*/ 360 w 393"/>
              <a:gd name="T49" fmla="*/ 152 h 393"/>
              <a:gd name="T50" fmla="*/ 354 w 393"/>
              <a:gd name="T51" fmla="*/ 76 h 393"/>
              <a:gd name="T52" fmla="*/ 308 w 393"/>
              <a:gd name="T53" fmla="*/ 36 h 393"/>
              <a:gd name="T54" fmla="*/ 240 w 393"/>
              <a:gd name="T55" fmla="*/ 32 h 393"/>
              <a:gd name="T56" fmla="*/ 170 w 393"/>
              <a:gd name="T57" fmla="*/ 0 h 393"/>
              <a:gd name="T58" fmla="*/ 152 w 393"/>
              <a:gd name="T59" fmla="*/ 32 h 393"/>
              <a:gd name="T60" fmla="*/ 84 w 393"/>
              <a:gd name="T61" fmla="*/ 36 h 393"/>
              <a:gd name="T62" fmla="*/ 39 w 393"/>
              <a:gd name="T63" fmla="*/ 76 h 393"/>
              <a:gd name="T64" fmla="*/ 32 w 393"/>
              <a:gd name="T65" fmla="*/ 152 h 393"/>
              <a:gd name="T66" fmla="*/ 0 w 393"/>
              <a:gd name="T67" fmla="*/ 223 h 393"/>
              <a:gd name="T68" fmla="*/ 32 w 393"/>
              <a:gd name="T69" fmla="*/ 240 h 393"/>
              <a:gd name="T70" fmla="*/ 39 w 393"/>
              <a:gd name="T71" fmla="*/ 317 h 393"/>
              <a:gd name="T72" fmla="*/ 84 w 393"/>
              <a:gd name="T73" fmla="*/ 356 h 393"/>
              <a:gd name="T74" fmla="*/ 152 w 393"/>
              <a:gd name="T75" fmla="*/ 360 h 393"/>
              <a:gd name="T76" fmla="*/ 223 w 393"/>
              <a:gd name="T77" fmla="*/ 392 h 393"/>
              <a:gd name="T78" fmla="*/ 240 w 393"/>
              <a:gd name="T79" fmla="*/ 360 h 393"/>
              <a:gd name="T80" fmla="*/ 309 w 393"/>
              <a:gd name="T81" fmla="*/ 356 h 393"/>
              <a:gd name="T82" fmla="*/ 354 w 393"/>
              <a:gd name="T83" fmla="*/ 317 h 393"/>
              <a:gd name="T84" fmla="*/ 360 w 393"/>
              <a:gd name="T85" fmla="*/ 240 h 393"/>
              <a:gd name="T86" fmla="*/ 392 w 393"/>
              <a:gd name="T87" fmla="*/ 170 h 393"/>
              <a:gd name="T88" fmla="*/ 286 w 393"/>
              <a:gd name="T89" fmla="*/ 196 h 393"/>
              <a:gd name="T90" fmla="*/ 232 w 393"/>
              <a:gd name="T91" fmla="*/ 196 h 393"/>
              <a:gd name="T92" fmla="*/ 278 w 393"/>
              <a:gd name="T93" fmla="*/ 161 h 393"/>
              <a:gd name="T94" fmla="*/ 196 w 393"/>
              <a:gd name="T95" fmla="*/ 178 h 393"/>
              <a:gd name="T96" fmla="*/ 196 w 393"/>
              <a:gd name="T97" fmla="*/ 214 h 393"/>
              <a:gd name="T98" fmla="*/ 187 w 393"/>
              <a:gd name="T99" fmla="*/ 285 h 393"/>
              <a:gd name="T100" fmla="*/ 162 w 393"/>
              <a:gd name="T101" fmla="*/ 188 h 393"/>
              <a:gd name="T102" fmla="*/ 187 w 393"/>
              <a:gd name="T103" fmla="*/ 230 h 393"/>
              <a:gd name="T104" fmla="*/ 269 w 393"/>
              <a:gd name="T105" fmla="*/ 145 h 393"/>
              <a:gd name="T106" fmla="*/ 196 w 393"/>
              <a:gd name="T107" fmla="*/ 161 h 393"/>
              <a:gd name="T108" fmla="*/ 196 w 393"/>
              <a:gd name="T109" fmla="*/ 107 h 393"/>
              <a:gd name="T110" fmla="*/ 89 w 393"/>
              <a:gd name="T111" fmla="*/ 196 h 393"/>
              <a:gd name="T112" fmla="*/ 303 w 393"/>
              <a:gd name="T113" fmla="*/ 196 h 393"/>
            </a:gdLst>
            <a:ahLst/>
            <a:cxnLst/>
            <a:rect l="0" t="0" r="r" b="b"/>
            <a:pathLst>
              <a:path w="393" h="393">
                <a:moveTo>
                  <a:pt x="374" y="218"/>
                </a:moveTo>
                <a:lnTo>
                  <a:pt x="374" y="218"/>
                </a:lnTo>
                <a:lnTo>
                  <a:pt x="374" y="218"/>
                </a:lnTo>
                <a:lnTo>
                  <a:pt x="356" y="223"/>
                </a:lnTo>
                <a:lnTo>
                  <a:pt x="356" y="223"/>
                </a:lnTo>
                <a:cubicBezTo>
                  <a:pt x="350" y="224"/>
                  <a:pt x="345" y="229"/>
                  <a:pt x="343" y="235"/>
                </a:cubicBezTo>
                <a:lnTo>
                  <a:pt x="343" y="235"/>
                </a:lnTo>
                <a:cubicBezTo>
                  <a:pt x="339" y="248"/>
                  <a:pt x="334" y="261"/>
                  <a:pt x="328" y="272"/>
                </a:cubicBezTo>
                <a:lnTo>
                  <a:pt x="328" y="272"/>
                </a:lnTo>
                <a:cubicBezTo>
                  <a:pt x="325" y="278"/>
                  <a:pt x="325" y="285"/>
                  <a:pt x="328" y="290"/>
                </a:cubicBezTo>
                <a:lnTo>
                  <a:pt x="338" y="307"/>
                </a:lnTo>
                <a:lnTo>
                  <a:pt x="307" y="338"/>
                </a:lnTo>
                <a:lnTo>
                  <a:pt x="307" y="338"/>
                </a:lnTo>
                <a:cubicBezTo>
                  <a:pt x="306" y="338"/>
                  <a:pt x="306" y="338"/>
                  <a:pt x="306" y="338"/>
                </a:cubicBezTo>
                <a:lnTo>
                  <a:pt x="291" y="328"/>
                </a:lnTo>
                <a:lnTo>
                  <a:pt x="291" y="328"/>
                </a:lnTo>
                <a:cubicBezTo>
                  <a:pt x="287" y="327"/>
                  <a:pt x="284" y="325"/>
                  <a:pt x="281" y="325"/>
                </a:cubicBezTo>
                <a:lnTo>
                  <a:pt x="281" y="325"/>
                </a:lnTo>
                <a:cubicBezTo>
                  <a:pt x="278" y="325"/>
                  <a:pt x="275" y="327"/>
                  <a:pt x="272" y="328"/>
                </a:cubicBezTo>
                <a:lnTo>
                  <a:pt x="272" y="328"/>
                </a:lnTo>
                <a:cubicBezTo>
                  <a:pt x="260" y="334"/>
                  <a:pt x="248" y="340"/>
                  <a:pt x="235" y="343"/>
                </a:cubicBezTo>
                <a:lnTo>
                  <a:pt x="235" y="343"/>
                </a:lnTo>
                <a:cubicBezTo>
                  <a:pt x="229" y="345"/>
                  <a:pt x="224" y="350"/>
                  <a:pt x="223" y="356"/>
                </a:cubicBezTo>
                <a:lnTo>
                  <a:pt x="218" y="374"/>
                </a:lnTo>
                <a:lnTo>
                  <a:pt x="218" y="374"/>
                </a:lnTo>
                <a:cubicBezTo>
                  <a:pt x="218" y="374"/>
                  <a:pt x="218" y="374"/>
                  <a:pt x="218" y="375"/>
                </a:cubicBezTo>
                <a:lnTo>
                  <a:pt x="174" y="375"/>
                </a:lnTo>
                <a:lnTo>
                  <a:pt x="169" y="356"/>
                </a:lnTo>
                <a:lnTo>
                  <a:pt x="169" y="356"/>
                </a:lnTo>
                <a:cubicBezTo>
                  <a:pt x="168" y="350"/>
                  <a:pt x="163" y="345"/>
                  <a:pt x="157" y="343"/>
                </a:cubicBezTo>
                <a:lnTo>
                  <a:pt x="157" y="343"/>
                </a:lnTo>
                <a:cubicBezTo>
                  <a:pt x="144" y="340"/>
                  <a:pt x="132" y="334"/>
                  <a:pt x="120" y="328"/>
                </a:cubicBezTo>
                <a:lnTo>
                  <a:pt x="120" y="328"/>
                </a:lnTo>
                <a:cubicBezTo>
                  <a:pt x="117" y="327"/>
                  <a:pt x="114" y="325"/>
                  <a:pt x="111" y="325"/>
                </a:cubicBezTo>
                <a:lnTo>
                  <a:pt x="111" y="325"/>
                </a:lnTo>
                <a:cubicBezTo>
                  <a:pt x="108" y="325"/>
                  <a:pt x="105" y="327"/>
                  <a:pt x="102" y="328"/>
                </a:cubicBezTo>
                <a:lnTo>
                  <a:pt x="86" y="338"/>
                </a:lnTo>
                <a:lnTo>
                  <a:pt x="86" y="338"/>
                </a:lnTo>
                <a:lnTo>
                  <a:pt x="86" y="338"/>
                </a:lnTo>
                <a:lnTo>
                  <a:pt x="54" y="307"/>
                </a:lnTo>
                <a:lnTo>
                  <a:pt x="64" y="290"/>
                </a:lnTo>
                <a:lnTo>
                  <a:pt x="64" y="290"/>
                </a:lnTo>
                <a:cubicBezTo>
                  <a:pt x="68" y="285"/>
                  <a:pt x="68" y="278"/>
                  <a:pt x="65" y="272"/>
                </a:cubicBezTo>
                <a:lnTo>
                  <a:pt x="65" y="272"/>
                </a:lnTo>
                <a:cubicBezTo>
                  <a:pt x="58" y="261"/>
                  <a:pt x="52" y="248"/>
                  <a:pt x="50" y="235"/>
                </a:cubicBezTo>
                <a:lnTo>
                  <a:pt x="50" y="235"/>
                </a:lnTo>
                <a:cubicBezTo>
                  <a:pt x="48" y="229"/>
                  <a:pt x="43" y="224"/>
                  <a:pt x="37" y="223"/>
                </a:cubicBezTo>
                <a:lnTo>
                  <a:pt x="18" y="218"/>
                </a:lnTo>
                <a:lnTo>
                  <a:pt x="18" y="218"/>
                </a:lnTo>
                <a:lnTo>
                  <a:pt x="18" y="218"/>
                </a:lnTo>
                <a:lnTo>
                  <a:pt x="18" y="174"/>
                </a:lnTo>
                <a:lnTo>
                  <a:pt x="37" y="170"/>
                </a:lnTo>
                <a:lnTo>
                  <a:pt x="37" y="170"/>
                </a:lnTo>
                <a:cubicBezTo>
                  <a:pt x="43" y="168"/>
                  <a:pt x="48" y="163"/>
                  <a:pt x="50" y="157"/>
                </a:cubicBezTo>
                <a:lnTo>
                  <a:pt x="50" y="157"/>
                </a:lnTo>
                <a:cubicBezTo>
                  <a:pt x="52" y="144"/>
                  <a:pt x="58" y="132"/>
                  <a:pt x="65" y="120"/>
                </a:cubicBezTo>
                <a:lnTo>
                  <a:pt x="65" y="120"/>
                </a:lnTo>
                <a:cubicBezTo>
                  <a:pt x="68" y="115"/>
                  <a:pt x="68" y="108"/>
                  <a:pt x="64" y="102"/>
                </a:cubicBezTo>
                <a:lnTo>
                  <a:pt x="55" y="86"/>
                </a:lnTo>
                <a:lnTo>
                  <a:pt x="55" y="86"/>
                </a:lnTo>
                <a:cubicBezTo>
                  <a:pt x="54" y="86"/>
                  <a:pt x="54" y="86"/>
                  <a:pt x="54" y="86"/>
                </a:cubicBezTo>
                <a:lnTo>
                  <a:pt x="86" y="55"/>
                </a:lnTo>
                <a:lnTo>
                  <a:pt x="102" y="65"/>
                </a:lnTo>
                <a:lnTo>
                  <a:pt x="102" y="65"/>
                </a:lnTo>
                <a:cubicBezTo>
                  <a:pt x="105" y="67"/>
                  <a:pt x="108" y="67"/>
                  <a:pt x="111" y="67"/>
                </a:cubicBezTo>
                <a:lnTo>
                  <a:pt x="111" y="67"/>
                </a:lnTo>
                <a:cubicBezTo>
                  <a:pt x="114" y="67"/>
                  <a:pt x="117" y="67"/>
                  <a:pt x="120" y="65"/>
                </a:cubicBezTo>
                <a:lnTo>
                  <a:pt x="120" y="65"/>
                </a:lnTo>
                <a:cubicBezTo>
                  <a:pt x="132" y="58"/>
                  <a:pt x="144" y="53"/>
                  <a:pt x="157" y="49"/>
                </a:cubicBezTo>
                <a:lnTo>
                  <a:pt x="157" y="49"/>
                </a:lnTo>
                <a:cubicBezTo>
                  <a:pt x="163" y="48"/>
                  <a:pt x="168" y="43"/>
                  <a:pt x="169" y="36"/>
                </a:cubicBezTo>
                <a:lnTo>
                  <a:pt x="174" y="18"/>
                </a:lnTo>
                <a:lnTo>
                  <a:pt x="218" y="18"/>
                </a:lnTo>
                <a:lnTo>
                  <a:pt x="218" y="18"/>
                </a:lnTo>
                <a:lnTo>
                  <a:pt x="218" y="18"/>
                </a:lnTo>
                <a:lnTo>
                  <a:pt x="223" y="36"/>
                </a:lnTo>
                <a:lnTo>
                  <a:pt x="223" y="36"/>
                </a:lnTo>
                <a:cubicBezTo>
                  <a:pt x="224" y="43"/>
                  <a:pt x="229" y="48"/>
                  <a:pt x="235" y="49"/>
                </a:cubicBezTo>
                <a:lnTo>
                  <a:pt x="235" y="49"/>
                </a:lnTo>
                <a:cubicBezTo>
                  <a:pt x="248" y="53"/>
                  <a:pt x="260" y="58"/>
                  <a:pt x="272" y="65"/>
                </a:cubicBezTo>
                <a:lnTo>
                  <a:pt x="272" y="65"/>
                </a:lnTo>
                <a:cubicBezTo>
                  <a:pt x="275" y="67"/>
                  <a:pt x="278" y="67"/>
                  <a:pt x="281" y="67"/>
                </a:cubicBezTo>
                <a:lnTo>
                  <a:pt x="281" y="67"/>
                </a:lnTo>
                <a:cubicBezTo>
                  <a:pt x="284" y="67"/>
                  <a:pt x="287" y="67"/>
                  <a:pt x="291" y="65"/>
                </a:cubicBezTo>
                <a:lnTo>
                  <a:pt x="307" y="55"/>
                </a:lnTo>
                <a:lnTo>
                  <a:pt x="338" y="86"/>
                </a:lnTo>
                <a:lnTo>
                  <a:pt x="338" y="86"/>
                </a:lnTo>
                <a:lnTo>
                  <a:pt x="338" y="86"/>
                </a:lnTo>
                <a:lnTo>
                  <a:pt x="328" y="102"/>
                </a:lnTo>
                <a:lnTo>
                  <a:pt x="328" y="102"/>
                </a:lnTo>
                <a:cubicBezTo>
                  <a:pt x="325" y="108"/>
                  <a:pt x="325" y="115"/>
                  <a:pt x="328" y="120"/>
                </a:cubicBezTo>
                <a:lnTo>
                  <a:pt x="328" y="120"/>
                </a:lnTo>
                <a:cubicBezTo>
                  <a:pt x="334" y="132"/>
                  <a:pt x="339" y="144"/>
                  <a:pt x="343" y="157"/>
                </a:cubicBezTo>
                <a:lnTo>
                  <a:pt x="343" y="157"/>
                </a:lnTo>
                <a:cubicBezTo>
                  <a:pt x="345" y="163"/>
                  <a:pt x="350" y="168"/>
                  <a:pt x="356" y="170"/>
                </a:cubicBezTo>
                <a:lnTo>
                  <a:pt x="374" y="174"/>
                </a:lnTo>
                <a:lnTo>
                  <a:pt x="374" y="218"/>
                </a:lnTo>
                <a:close/>
                <a:moveTo>
                  <a:pt x="379" y="157"/>
                </a:moveTo>
                <a:lnTo>
                  <a:pt x="360" y="152"/>
                </a:lnTo>
                <a:lnTo>
                  <a:pt x="360" y="152"/>
                </a:lnTo>
                <a:cubicBezTo>
                  <a:pt x="356" y="138"/>
                  <a:pt x="350" y="124"/>
                  <a:pt x="343" y="111"/>
                </a:cubicBezTo>
                <a:lnTo>
                  <a:pt x="354" y="95"/>
                </a:lnTo>
                <a:lnTo>
                  <a:pt x="354" y="95"/>
                </a:lnTo>
                <a:cubicBezTo>
                  <a:pt x="356" y="88"/>
                  <a:pt x="358" y="81"/>
                  <a:pt x="354" y="76"/>
                </a:cubicBezTo>
                <a:lnTo>
                  <a:pt x="316" y="39"/>
                </a:lnTo>
                <a:lnTo>
                  <a:pt x="316" y="39"/>
                </a:lnTo>
                <a:cubicBezTo>
                  <a:pt x="314" y="37"/>
                  <a:pt x="311" y="36"/>
                  <a:pt x="308" y="36"/>
                </a:cubicBezTo>
                <a:lnTo>
                  <a:pt x="308" y="36"/>
                </a:lnTo>
                <a:cubicBezTo>
                  <a:pt x="304" y="36"/>
                  <a:pt x="301" y="37"/>
                  <a:pt x="298" y="39"/>
                </a:cubicBezTo>
                <a:lnTo>
                  <a:pt x="281" y="49"/>
                </a:lnTo>
                <a:lnTo>
                  <a:pt x="281" y="49"/>
                </a:lnTo>
                <a:cubicBezTo>
                  <a:pt x="268" y="42"/>
                  <a:pt x="254" y="36"/>
                  <a:pt x="240" y="32"/>
                </a:cubicBezTo>
                <a:lnTo>
                  <a:pt x="235" y="13"/>
                </a:lnTo>
                <a:lnTo>
                  <a:pt x="235" y="13"/>
                </a:lnTo>
                <a:cubicBezTo>
                  <a:pt x="234" y="7"/>
                  <a:pt x="229" y="0"/>
                  <a:pt x="223" y="0"/>
                </a:cubicBezTo>
                <a:lnTo>
                  <a:pt x="170" y="0"/>
                </a:lnTo>
                <a:lnTo>
                  <a:pt x="170" y="0"/>
                </a:lnTo>
                <a:cubicBezTo>
                  <a:pt x="163" y="0"/>
                  <a:pt x="158" y="7"/>
                  <a:pt x="157" y="13"/>
                </a:cubicBezTo>
                <a:lnTo>
                  <a:pt x="152" y="32"/>
                </a:lnTo>
                <a:lnTo>
                  <a:pt x="152" y="32"/>
                </a:lnTo>
                <a:cubicBezTo>
                  <a:pt x="137" y="36"/>
                  <a:pt x="124" y="42"/>
                  <a:pt x="111" y="49"/>
                </a:cubicBezTo>
                <a:lnTo>
                  <a:pt x="95" y="39"/>
                </a:lnTo>
                <a:lnTo>
                  <a:pt x="95" y="39"/>
                </a:lnTo>
                <a:cubicBezTo>
                  <a:pt x="92" y="37"/>
                  <a:pt x="87" y="36"/>
                  <a:pt x="84" y="36"/>
                </a:cubicBezTo>
                <a:lnTo>
                  <a:pt x="84" y="36"/>
                </a:lnTo>
                <a:cubicBezTo>
                  <a:pt x="81" y="36"/>
                  <a:pt x="78" y="37"/>
                  <a:pt x="76" y="39"/>
                </a:cubicBezTo>
                <a:lnTo>
                  <a:pt x="39" y="76"/>
                </a:lnTo>
                <a:lnTo>
                  <a:pt x="39" y="76"/>
                </a:lnTo>
                <a:cubicBezTo>
                  <a:pt x="34" y="81"/>
                  <a:pt x="36" y="88"/>
                  <a:pt x="39" y="95"/>
                </a:cubicBezTo>
                <a:lnTo>
                  <a:pt x="49" y="111"/>
                </a:lnTo>
                <a:lnTo>
                  <a:pt x="49" y="111"/>
                </a:lnTo>
                <a:cubicBezTo>
                  <a:pt x="41" y="124"/>
                  <a:pt x="36" y="138"/>
                  <a:pt x="32" y="152"/>
                </a:cubicBezTo>
                <a:lnTo>
                  <a:pt x="13" y="157"/>
                </a:lnTo>
                <a:lnTo>
                  <a:pt x="13" y="157"/>
                </a:lnTo>
                <a:cubicBezTo>
                  <a:pt x="7" y="159"/>
                  <a:pt x="0" y="163"/>
                  <a:pt x="0" y="170"/>
                </a:cubicBezTo>
                <a:lnTo>
                  <a:pt x="0" y="223"/>
                </a:lnTo>
                <a:lnTo>
                  <a:pt x="0" y="223"/>
                </a:lnTo>
                <a:cubicBezTo>
                  <a:pt x="0" y="230"/>
                  <a:pt x="7" y="234"/>
                  <a:pt x="13" y="235"/>
                </a:cubicBezTo>
                <a:lnTo>
                  <a:pt x="32" y="240"/>
                </a:lnTo>
                <a:lnTo>
                  <a:pt x="32" y="240"/>
                </a:lnTo>
                <a:cubicBezTo>
                  <a:pt x="36" y="255"/>
                  <a:pt x="41" y="268"/>
                  <a:pt x="49" y="281"/>
                </a:cubicBezTo>
                <a:lnTo>
                  <a:pt x="39" y="298"/>
                </a:lnTo>
                <a:lnTo>
                  <a:pt x="39" y="298"/>
                </a:lnTo>
                <a:cubicBezTo>
                  <a:pt x="35" y="304"/>
                  <a:pt x="34" y="311"/>
                  <a:pt x="39" y="317"/>
                </a:cubicBezTo>
                <a:lnTo>
                  <a:pt x="76" y="353"/>
                </a:lnTo>
                <a:lnTo>
                  <a:pt x="76" y="353"/>
                </a:lnTo>
                <a:cubicBezTo>
                  <a:pt x="78" y="356"/>
                  <a:pt x="81" y="356"/>
                  <a:pt x="84" y="356"/>
                </a:cubicBezTo>
                <a:lnTo>
                  <a:pt x="84" y="356"/>
                </a:lnTo>
                <a:cubicBezTo>
                  <a:pt x="87" y="356"/>
                  <a:pt x="91" y="355"/>
                  <a:pt x="95" y="353"/>
                </a:cubicBezTo>
                <a:lnTo>
                  <a:pt x="111" y="344"/>
                </a:lnTo>
                <a:lnTo>
                  <a:pt x="111" y="344"/>
                </a:lnTo>
                <a:cubicBezTo>
                  <a:pt x="124" y="351"/>
                  <a:pt x="137" y="356"/>
                  <a:pt x="152" y="360"/>
                </a:cubicBezTo>
                <a:lnTo>
                  <a:pt x="157" y="379"/>
                </a:lnTo>
                <a:lnTo>
                  <a:pt x="157" y="379"/>
                </a:lnTo>
                <a:cubicBezTo>
                  <a:pt x="158" y="386"/>
                  <a:pt x="163" y="392"/>
                  <a:pt x="170" y="392"/>
                </a:cubicBezTo>
                <a:lnTo>
                  <a:pt x="223" y="392"/>
                </a:lnTo>
                <a:lnTo>
                  <a:pt x="223" y="392"/>
                </a:lnTo>
                <a:cubicBezTo>
                  <a:pt x="229" y="392"/>
                  <a:pt x="234" y="386"/>
                  <a:pt x="235" y="379"/>
                </a:cubicBezTo>
                <a:lnTo>
                  <a:pt x="240" y="360"/>
                </a:lnTo>
                <a:lnTo>
                  <a:pt x="240" y="360"/>
                </a:lnTo>
                <a:cubicBezTo>
                  <a:pt x="254" y="356"/>
                  <a:pt x="268" y="351"/>
                  <a:pt x="281" y="344"/>
                </a:cubicBezTo>
                <a:lnTo>
                  <a:pt x="298" y="353"/>
                </a:lnTo>
                <a:lnTo>
                  <a:pt x="298" y="353"/>
                </a:lnTo>
                <a:cubicBezTo>
                  <a:pt x="302" y="355"/>
                  <a:pt x="305" y="356"/>
                  <a:pt x="309" y="356"/>
                </a:cubicBezTo>
                <a:lnTo>
                  <a:pt x="309" y="356"/>
                </a:lnTo>
                <a:cubicBezTo>
                  <a:pt x="311" y="356"/>
                  <a:pt x="314" y="356"/>
                  <a:pt x="316" y="353"/>
                </a:cubicBezTo>
                <a:lnTo>
                  <a:pt x="354" y="317"/>
                </a:lnTo>
                <a:lnTo>
                  <a:pt x="354" y="317"/>
                </a:lnTo>
                <a:cubicBezTo>
                  <a:pt x="358" y="311"/>
                  <a:pt x="356" y="304"/>
                  <a:pt x="354" y="298"/>
                </a:cubicBezTo>
                <a:lnTo>
                  <a:pt x="343" y="281"/>
                </a:lnTo>
                <a:lnTo>
                  <a:pt x="343" y="281"/>
                </a:lnTo>
                <a:cubicBezTo>
                  <a:pt x="350" y="268"/>
                  <a:pt x="356" y="255"/>
                  <a:pt x="360" y="240"/>
                </a:cubicBezTo>
                <a:lnTo>
                  <a:pt x="379" y="235"/>
                </a:lnTo>
                <a:lnTo>
                  <a:pt x="379" y="235"/>
                </a:lnTo>
                <a:cubicBezTo>
                  <a:pt x="386" y="234"/>
                  <a:pt x="392" y="230"/>
                  <a:pt x="392" y="223"/>
                </a:cubicBezTo>
                <a:lnTo>
                  <a:pt x="392" y="170"/>
                </a:lnTo>
                <a:lnTo>
                  <a:pt x="392" y="170"/>
                </a:lnTo>
                <a:cubicBezTo>
                  <a:pt x="392" y="163"/>
                  <a:pt x="386" y="159"/>
                  <a:pt x="379" y="157"/>
                </a:cubicBezTo>
                <a:close/>
                <a:moveTo>
                  <a:pt x="286" y="196"/>
                </a:moveTo>
                <a:lnTo>
                  <a:pt x="286" y="196"/>
                </a:lnTo>
                <a:cubicBezTo>
                  <a:pt x="286" y="243"/>
                  <a:pt x="250" y="281"/>
                  <a:pt x="205" y="285"/>
                </a:cubicBezTo>
                <a:lnTo>
                  <a:pt x="205" y="230"/>
                </a:lnTo>
                <a:lnTo>
                  <a:pt x="205" y="230"/>
                </a:lnTo>
                <a:cubicBezTo>
                  <a:pt x="221" y="227"/>
                  <a:pt x="232" y="213"/>
                  <a:pt x="232" y="196"/>
                </a:cubicBezTo>
                <a:lnTo>
                  <a:pt x="232" y="196"/>
                </a:lnTo>
                <a:cubicBezTo>
                  <a:pt x="232" y="193"/>
                  <a:pt x="231" y="190"/>
                  <a:pt x="230" y="188"/>
                </a:cubicBezTo>
                <a:lnTo>
                  <a:pt x="278" y="161"/>
                </a:lnTo>
                <a:lnTo>
                  <a:pt x="278" y="161"/>
                </a:lnTo>
                <a:cubicBezTo>
                  <a:pt x="282" y="172"/>
                  <a:pt x="286" y="184"/>
                  <a:pt x="286" y="196"/>
                </a:cubicBezTo>
                <a:close/>
                <a:moveTo>
                  <a:pt x="178" y="196"/>
                </a:moveTo>
                <a:lnTo>
                  <a:pt x="178" y="196"/>
                </a:lnTo>
                <a:cubicBezTo>
                  <a:pt x="178" y="186"/>
                  <a:pt x="187" y="178"/>
                  <a:pt x="196" y="178"/>
                </a:cubicBezTo>
                <a:lnTo>
                  <a:pt x="196" y="178"/>
                </a:lnTo>
                <a:cubicBezTo>
                  <a:pt x="206" y="178"/>
                  <a:pt x="214" y="186"/>
                  <a:pt x="214" y="196"/>
                </a:cubicBezTo>
                <a:lnTo>
                  <a:pt x="214" y="196"/>
                </a:lnTo>
                <a:cubicBezTo>
                  <a:pt x="214" y="206"/>
                  <a:pt x="206" y="214"/>
                  <a:pt x="196" y="214"/>
                </a:cubicBezTo>
                <a:lnTo>
                  <a:pt x="196" y="214"/>
                </a:lnTo>
                <a:cubicBezTo>
                  <a:pt x="187" y="214"/>
                  <a:pt x="178" y="206"/>
                  <a:pt x="178" y="196"/>
                </a:cubicBezTo>
                <a:close/>
                <a:moveTo>
                  <a:pt x="187" y="285"/>
                </a:moveTo>
                <a:lnTo>
                  <a:pt x="187" y="285"/>
                </a:lnTo>
                <a:cubicBezTo>
                  <a:pt x="142" y="281"/>
                  <a:pt x="107" y="243"/>
                  <a:pt x="107" y="196"/>
                </a:cubicBezTo>
                <a:lnTo>
                  <a:pt x="107" y="196"/>
                </a:lnTo>
                <a:cubicBezTo>
                  <a:pt x="107" y="184"/>
                  <a:pt x="109" y="172"/>
                  <a:pt x="114" y="161"/>
                </a:cubicBezTo>
                <a:lnTo>
                  <a:pt x="162" y="188"/>
                </a:lnTo>
                <a:lnTo>
                  <a:pt x="162" y="188"/>
                </a:lnTo>
                <a:cubicBezTo>
                  <a:pt x="161" y="190"/>
                  <a:pt x="161" y="193"/>
                  <a:pt x="161" y="196"/>
                </a:cubicBezTo>
                <a:lnTo>
                  <a:pt x="161" y="196"/>
                </a:lnTo>
                <a:cubicBezTo>
                  <a:pt x="161" y="213"/>
                  <a:pt x="172" y="227"/>
                  <a:pt x="187" y="230"/>
                </a:cubicBezTo>
                <a:lnTo>
                  <a:pt x="187" y="285"/>
                </a:lnTo>
                <a:close/>
                <a:moveTo>
                  <a:pt x="196" y="107"/>
                </a:moveTo>
                <a:lnTo>
                  <a:pt x="196" y="107"/>
                </a:lnTo>
                <a:cubicBezTo>
                  <a:pt x="226" y="107"/>
                  <a:pt x="253" y="122"/>
                  <a:pt x="269" y="145"/>
                </a:cubicBezTo>
                <a:lnTo>
                  <a:pt x="222" y="172"/>
                </a:lnTo>
                <a:lnTo>
                  <a:pt x="222" y="172"/>
                </a:lnTo>
                <a:cubicBezTo>
                  <a:pt x="215" y="165"/>
                  <a:pt x="207" y="161"/>
                  <a:pt x="196" y="161"/>
                </a:cubicBezTo>
                <a:lnTo>
                  <a:pt x="196" y="161"/>
                </a:lnTo>
                <a:cubicBezTo>
                  <a:pt x="186" y="161"/>
                  <a:pt x="177" y="165"/>
                  <a:pt x="171" y="172"/>
                </a:cubicBezTo>
                <a:lnTo>
                  <a:pt x="123" y="145"/>
                </a:lnTo>
                <a:lnTo>
                  <a:pt x="123" y="145"/>
                </a:lnTo>
                <a:cubicBezTo>
                  <a:pt x="139" y="122"/>
                  <a:pt x="166" y="107"/>
                  <a:pt x="196" y="107"/>
                </a:cubicBezTo>
                <a:close/>
                <a:moveTo>
                  <a:pt x="196" y="89"/>
                </a:moveTo>
                <a:lnTo>
                  <a:pt x="196" y="89"/>
                </a:lnTo>
                <a:cubicBezTo>
                  <a:pt x="137" y="89"/>
                  <a:pt x="89" y="138"/>
                  <a:pt x="89" y="196"/>
                </a:cubicBezTo>
                <a:lnTo>
                  <a:pt x="89" y="196"/>
                </a:lnTo>
                <a:cubicBezTo>
                  <a:pt x="89" y="255"/>
                  <a:pt x="137" y="303"/>
                  <a:pt x="196" y="303"/>
                </a:cubicBezTo>
                <a:lnTo>
                  <a:pt x="196" y="303"/>
                </a:lnTo>
                <a:cubicBezTo>
                  <a:pt x="255" y="303"/>
                  <a:pt x="303" y="255"/>
                  <a:pt x="303" y="196"/>
                </a:cubicBezTo>
                <a:lnTo>
                  <a:pt x="303" y="196"/>
                </a:lnTo>
                <a:cubicBezTo>
                  <a:pt x="303" y="138"/>
                  <a:pt x="255" y="89"/>
                  <a:pt x="19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36" name="Freeform 225">
            <a:extLst>
              <a:ext uri="{FF2B5EF4-FFF2-40B4-BE49-F238E27FC236}">
                <a16:creationId xmlns:a16="http://schemas.microsoft.com/office/drawing/2014/main" id="{CDB01EA0-D6FC-834F-B429-97B39A84515C}"/>
              </a:ext>
            </a:extLst>
          </p:cNvPr>
          <p:cNvSpPr>
            <a:spLocks noGrp="1"/>
          </p:cNvSpPr>
          <p:nvPr/>
        </p:nvSpPr>
        <p:spPr>
          <a:xfrm>
            <a:off x="18549768" y="2886076"/>
            <a:ext cx="488883" cy="488879"/>
          </a:xfrm>
          <a:custGeom>
            <a:avLst/>
            <a:gdLst>
              <a:gd name="T0" fmla="*/ 338 w 393"/>
              <a:gd name="T1" fmla="*/ 293 h 392"/>
              <a:gd name="T2" fmla="*/ 347 w 393"/>
              <a:gd name="T3" fmla="*/ 302 h 392"/>
              <a:gd name="T4" fmla="*/ 347 w 393"/>
              <a:gd name="T5" fmla="*/ 284 h 392"/>
              <a:gd name="T6" fmla="*/ 88 w 393"/>
              <a:gd name="T7" fmla="*/ 195 h 392"/>
              <a:gd name="T8" fmla="*/ 195 w 393"/>
              <a:gd name="T9" fmla="*/ 124 h 392"/>
              <a:gd name="T10" fmla="*/ 285 w 393"/>
              <a:gd name="T11" fmla="*/ 156 h 392"/>
              <a:gd name="T12" fmla="*/ 302 w 393"/>
              <a:gd name="T13" fmla="*/ 195 h 392"/>
              <a:gd name="T14" fmla="*/ 242 w 393"/>
              <a:gd name="T15" fmla="*/ 113 h 392"/>
              <a:gd name="T16" fmla="*/ 195 w 393"/>
              <a:gd name="T17" fmla="*/ 106 h 392"/>
              <a:gd name="T18" fmla="*/ 195 w 393"/>
              <a:gd name="T19" fmla="*/ 284 h 392"/>
              <a:gd name="T20" fmla="*/ 320 w 393"/>
              <a:gd name="T21" fmla="*/ 195 h 392"/>
              <a:gd name="T22" fmla="*/ 347 w 393"/>
              <a:gd name="T23" fmla="*/ 35 h 392"/>
              <a:gd name="T24" fmla="*/ 338 w 393"/>
              <a:gd name="T25" fmla="*/ 44 h 392"/>
              <a:gd name="T26" fmla="*/ 356 w 393"/>
              <a:gd name="T27" fmla="*/ 44 h 392"/>
              <a:gd name="T28" fmla="*/ 374 w 393"/>
              <a:gd name="T29" fmla="*/ 302 h 392"/>
              <a:gd name="T30" fmla="*/ 35 w 393"/>
              <a:gd name="T31" fmla="*/ 320 h 392"/>
              <a:gd name="T32" fmla="*/ 17 w 393"/>
              <a:gd name="T33" fmla="*/ 35 h 392"/>
              <a:gd name="T34" fmla="*/ 356 w 393"/>
              <a:gd name="T35" fmla="*/ 17 h 392"/>
              <a:gd name="T36" fmla="*/ 374 w 393"/>
              <a:gd name="T37" fmla="*/ 302 h 392"/>
              <a:gd name="T38" fmla="*/ 356 w 393"/>
              <a:gd name="T39" fmla="*/ 374 h 392"/>
              <a:gd name="T40" fmla="*/ 17 w 393"/>
              <a:gd name="T41" fmla="*/ 355 h 392"/>
              <a:gd name="T42" fmla="*/ 35 w 393"/>
              <a:gd name="T43" fmla="*/ 338 h 392"/>
              <a:gd name="T44" fmla="*/ 374 w 393"/>
              <a:gd name="T45" fmla="*/ 333 h 392"/>
              <a:gd name="T46" fmla="*/ 35 w 393"/>
              <a:gd name="T47" fmla="*/ 0 h 392"/>
              <a:gd name="T48" fmla="*/ 0 w 393"/>
              <a:gd name="T49" fmla="*/ 355 h 392"/>
              <a:gd name="T50" fmla="*/ 356 w 393"/>
              <a:gd name="T51" fmla="*/ 391 h 392"/>
              <a:gd name="T52" fmla="*/ 392 w 393"/>
              <a:gd name="T53" fmla="*/ 35 h 392"/>
              <a:gd name="T54" fmla="*/ 195 w 393"/>
              <a:gd name="T55" fmla="*/ 204 h 392"/>
              <a:gd name="T56" fmla="*/ 178 w 393"/>
              <a:gd name="T57" fmla="*/ 195 h 392"/>
              <a:gd name="T58" fmla="*/ 213 w 393"/>
              <a:gd name="T59" fmla="*/ 195 h 392"/>
              <a:gd name="T60" fmla="*/ 195 w 393"/>
              <a:gd name="T61" fmla="*/ 168 h 392"/>
              <a:gd name="T62" fmla="*/ 160 w 393"/>
              <a:gd name="T63" fmla="*/ 195 h 392"/>
              <a:gd name="T64" fmla="*/ 232 w 393"/>
              <a:gd name="T65" fmla="*/ 195 h 392"/>
              <a:gd name="T66" fmla="*/ 102 w 393"/>
              <a:gd name="T67" fmla="*/ 80 h 392"/>
              <a:gd name="T68" fmla="*/ 232 w 393"/>
              <a:gd name="T69" fmla="*/ 66 h 392"/>
              <a:gd name="T70" fmla="*/ 102 w 393"/>
              <a:gd name="T71" fmla="*/ 53 h 392"/>
              <a:gd name="T72" fmla="*/ 88 w 393"/>
              <a:gd name="T73" fmla="*/ 66 h 392"/>
              <a:gd name="T74" fmla="*/ 44 w 393"/>
              <a:gd name="T75" fmla="*/ 35 h 392"/>
              <a:gd name="T76" fmla="*/ 44 w 393"/>
              <a:gd name="T77" fmla="*/ 53 h 392"/>
              <a:gd name="T78" fmla="*/ 53 w 393"/>
              <a:gd name="T79" fmla="*/ 44 h 392"/>
              <a:gd name="T80" fmla="*/ 44 w 393"/>
              <a:gd name="T81" fmla="*/ 284 h 392"/>
              <a:gd name="T82" fmla="*/ 44 w 393"/>
              <a:gd name="T83" fmla="*/ 302 h 392"/>
              <a:gd name="T84" fmla="*/ 53 w 393"/>
              <a:gd name="T85" fmla="*/ 293 h 392"/>
            </a:gdLst>
            <a:ahLst/>
            <a:cxnLst/>
            <a:rect l="0" t="0" r="r" b="b"/>
            <a:pathLst>
              <a:path w="393" h="392">
                <a:moveTo>
                  <a:pt x="347" y="284"/>
                </a:moveTo>
                <a:lnTo>
                  <a:pt x="347" y="284"/>
                </a:lnTo>
                <a:cubicBezTo>
                  <a:pt x="342" y="284"/>
                  <a:pt x="338" y="288"/>
                  <a:pt x="338" y="293"/>
                </a:cubicBezTo>
                <a:lnTo>
                  <a:pt x="338" y="293"/>
                </a:lnTo>
                <a:cubicBezTo>
                  <a:pt x="338" y="298"/>
                  <a:pt x="342" y="302"/>
                  <a:pt x="347" y="302"/>
                </a:cubicBezTo>
                <a:lnTo>
                  <a:pt x="347" y="302"/>
                </a:lnTo>
                <a:cubicBezTo>
                  <a:pt x="352" y="302"/>
                  <a:pt x="356" y="298"/>
                  <a:pt x="356" y="293"/>
                </a:cubicBezTo>
                <a:lnTo>
                  <a:pt x="356" y="293"/>
                </a:lnTo>
                <a:cubicBezTo>
                  <a:pt x="356" y="288"/>
                  <a:pt x="352" y="284"/>
                  <a:pt x="347" y="284"/>
                </a:cubicBezTo>
                <a:close/>
                <a:moveTo>
                  <a:pt x="195" y="267"/>
                </a:moveTo>
                <a:lnTo>
                  <a:pt x="195" y="267"/>
                </a:lnTo>
                <a:cubicBezTo>
                  <a:pt x="137" y="267"/>
                  <a:pt x="88" y="234"/>
                  <a:pt x="88" y="195"/>
                </a:cubicBezTo>
                <a:lnTo>
                  <a:pt x="88" y="195"/>
                </a:lnTo>
                <a:cubicBezTo>
                  <a:pt x="88" y="156"/>
                  <a:pt x="137" y="124"/>
                  <a:pt x="195" y="124"/>
                </a:cubicBezTo>
                <a:lnTo>
                  <a:pt x="195" y="124"/>
                </a:lnTo>
                <a:cubicBezTo>
                  <a:pt x="216" y="124"/>
                  <a:pt x="234" y="128"/>
                  <a:pt x="250" y="134"/>
                </a:cubicBezTo>
                <a:lnTo>
                  <a:pt x="285" y="91"/>
                </a:lnTo>
                <a:lnTo>
                  <a:pt x="285" y="156"/>
                </a:lnTo>
                <a:lnTo>
                  <a:pt x="285" y="156"/>
                </a:lnTo>
                <a:cubicBezTo>
                  <a:pt x="296" y="167"/>
                  <a:pt x="302" y="180"/>
                  <a:pt x="302" y="195"/>
                </a:cubicBezTo>
                <a:lnTo>
                  <a:pt x="302" y="195"/>
                </a:lnTo>
                <a:cubicBezTo>
                  <a:pt x="302" y="234"/>
                  <a:pt x="255" y="267"/>
                  <a:pt x="195" y="267"/>
                </a:cubicBezTo>
                <a:close/>
                <a:moveTo>
                  <a:pt x="302" y="35"/>
                </a:moveTo>
                <a:lnTo>
                  <a:pt x="242" y="113"/>
                </a:lnTo>
                <a:lnTo>
                  <a:pt x="242" y="113"/>
                </a:lnTo>
                <a:cubicBezTo>
                  <a:pt x="228" y="108"/>
                  <a:pt x="212" y="106"/>
                  <a:pt x="195" y="106"/>
                </a:cubicBezTo>
                <a:lnTo>
                  <a:pt x="195" y="106"/>
                </a:lnTo>
                <a:cubicBezTo>
                  <a:pt x="127" y="106"/>
                  <a:pt x="71" y="146"/>
                  <a:pt x="71" y="195"/>
                </a:cubicBezTo>
                <a:lnTo>
                  <a:pt x="71" y="195"/>
                </a:lnTo>
                <a:cubicBezTo>
                  <a:pt x="71" y="245"/>
                  <a:pt x="127" y="284"/>
                  <a:pt x="195" y="284"/>
                </a:cubicBezTo>
                <a:lnTo>
                  <a:pt x="195" y="284"/>
                </a:lnTo>
                <a:cubicBezTo>
                  <a:pt x="265" y="284"/>
                  <a:pt x="320" y="245"/>
                  <a:pt x="320" y="195"/>
                </a:cubicBezTo>
                <a:lnTo>
                  <a:pt x="320" y="195"/>
                </a:lnTo>
                <a:cubicBezTo>
                  <a:pt x="320" y="179"/>
                  <a:pt x="313" y="163"/>
                  <a:pt x="302" y="149"/>
                </a:cubicBezTo>
                <a:lnTo>
                  <a:pt x="302" y="35"/>
                </a:lnTo>
                <a:close/>
                <a:moveTo>
                  <a:pt x="347" y="35"/>
                </a:moveTo>
                <a:lnTo>
                  <a:pt x="347" y="35"/>
                </a:lnTo>
                <a:cubicBezTo>
                  <a:pt x="342" y="35"/>
                  <a:pt x="338" y="39"/>
                  <a:pt x="338" y="44"/>
                </a:cubicBezTo>
                <a:lnTo>
                  <a:pt x="338" y="44"/>
                </a:lnTo>
                <a:cubicBezTo>
                  <a:pt x="338" y="48"/>
                  <a:pt x="342" y="53"/>
                  <a:pt x="347" y="53"/>
                </a:cubicBezTo>
                <a:lnTo>
                  <a:pt x="347" y="53"/>
                </a:lnTo>
                <a:cubicBezTo>
                  <a:pt x="352" y="53"/>
                  <a:pt x="356" y="48"/>
                  <a:pt x="356" y="44"/>
                </a:cubicBezTo>
                <a:lnTo>
                  <a:pt x="356" y="44"/>
                </a:lnTo>
                <a:cubicBezTo>
                  <a:pt x="356" y="39"/>
                  <a:pt x="352" y="35"/>
                  <a:pt x="347" y="35"/>
                </a:cubicBezTo>
                <a:close/>
                <a:moveTo>
                  <a:pt x="374" y="302"/>
                </a:moveTo>
                <a:lnTo>
                  <a:pt x="374" y="302"/>
                </a:lnTo>
                <a:cubicBezTo>
                  <a:pt x="374" y="312"/>
                  <a:pt x="366" y="320"/>
                  <a:pt x="356" y="320"/>
                </a:cubicBezTo>
                <a:lnTo>
                  <a:pt x="35" y="320"/>
                </a:lnTo>
                <a:lnTo>
                  <a:pt x="35" y="320"/>
                </a:lnTo>
                <a:cubicBezTo>
                  <a:pt x="25" y="320"/>
                  <a:pt x="17" y="312"/>
                  <a:pt x="17" y="302"/>
                </a:cubicBezTo>
                <a:lnTo>
                  <a:pt x="17" y="35"/>
                </a:lnTo>
                <a:lnTo>
                  <a:pt x="17" y="35"/>
                </a:lnTo>
                <a:cubicBezTo>
                  <a:pt x="17" y="25"/>
                  <a:pt x="25" y="17"/>
                  <a:pt x="35" y="17"/>
                </a:cubicBezTo>
                <a:lnTo>
                  <a:pt x="356" y="17"/>
                </a:lnTo>
                <a:lnTo>
                  <a:pt x="356" y="17"/>
                </a:lnTo>
                <a:cubicBezTo>
                  <a:pt x="366" y="17"/>
                  <a:pt x="374" y="25"/>
                  <a:pt x="374" y="35"/>
                </a:cubicBezTo>
                <a:lnTo>
                  <a:pt x="374" y="302"/>
                </a:lnTo>
                <a:close/>
                <a:moveTo>
                  <a:pt x="374" y="355"/>
                </a:moveTo>
                <a:lnTo>
                  <a:pt x="374" y="355"/>
                </a:lnTo>
                <a:cubicBezTo>
                  <a:pt x="374" y="365"/>
                  <a:pt x="366" y="374"/>
                  <a:pt x="356" y="374"/>
                </a:cubicBezTo>
                <a:lnTo>
                  <a:pt x="35" y="374"/>
                </a:lnTo>
                <a:lnTo>
                  <a:pt x="35" y="374"/>
                </a:lnTo>
                <a:cubicBezTo>
                  <a:pt x="25" y="374"/>
                  <a:pt x="17" y="365"/>
                  <a:pt x="17" y="355"/>
                </a:cubicBezTo>
                <a:lnTo>
                  <a:pt x="17" y="333"/>
                </a:lnTo>
                <a:lnTo>
                  <a:pt x="17" y="333"/>
                </a:lnTo>
                <a:cubicBezTo>
                  <a:pt x="22" y="336"/>
                  <a:pt x="28" y="338"/>
                  <a:pt x="35" y="338"/>
                </a:cubicBezTo>
                <a:lnTo>
                  <a:pt x="356" y="338"/>
                </a:lnTo>
                <a:lnTo>
                  <a:pt x="356" y="338"/>
                </a:lnTo>
                <a:cubicBezTo>
                  <a:pt x="362" y="338"/>
                  <a:pt x="369" y="336"/>
                  <a:pt x="374" y="333"/>
                </a:cubicBezTo>
                <a:lnTo>
                  <a:pt x="374" y="355"/>
                </a:lnTo>
                <a:close/>
                <a:moveTo>
                  <a:pt x="356" y="0"/>
                </a:moveTo>
                <a:lnTo>
                  <a:pt x="35" y="0"/>
                </a:lnTo>
                <a:lnTo>
                  <a:pt x="35" y="0"/>
                </a:lnTo>
                <a:cubicBezTo>
                  <a:pt x="15" y="0"/>
                  <a:pt x="0" y="16"/>
                  <a:pt x="0" y="35"/>
                </a:cubicBezTo>
                <a:lnTo>
                  <a:pt x="0" y="355"/>
                </a:lnTo>
                <a:lnTo>
                  <a:pt x="0" y="355"/>
                </a:lnTo>
                <a:cubicBezTo>
                  <a:pt x="0" y="376"/>
                  <a:pt x="15" y="391"/>
                  <a:pt x="35" y="391"/>
                </a:cubicBezTo>
                <a:lnTo>
                  <a:pt x="356" y="391"/>
                </a:lnTo>
                <a:lnTo>
                  <a:pt x="356" y="391"/>
                </a:lnTo>
                <a:cubicBezTo>
                  <a:pt x="376" y="391"/>
                  <a:pt x="392" y="376"/>
                  <a:pt x="392" y="355"/>
                </a:cubicBezTo>
                <a:lnTo>
                  <a:pt x="392" y="35"/>
                </a:lnTo>
                <a:lnTo>
                  <a:pt x="392" y="35"/>
                </a:lnTo>
                <a:cubicBezTo>
                  <a:pt x="392" y="16"/>
                  <a:pt x="376" y="0"/>
                  <a:pt x="356" y="0"/>
                </a:cubicBezTo>
                <a:close/>
                <a:moveTo>
                  <a:pt x="195" y="204"/>
                </a:moveTo>
                <a:lnTo>
                  <a:pt x="195" y="204"/>
                </a:lnTo>
                <a:cubicBezTo>
                  <a:pt x="186" y="204"/>
                  <a:pt x="178" y="200"/>
                  <a:pt x="178" y="195"/>
                </a:cubicBezTo>
                <a:lnTo>
                  <a:pt x="178" y="195"/>
                </a:lnTo>
                <a:cubicBezTo>
                  <a:pt x="178" y="190"/>
                  <a:pt x="186" y="187"/>
                  <a:pt x="195" y="187"/>
                </a:cubicBezTo>
                <a:lnTo>
                  <a:pt x="195" y="187"/>
                </a:lnTo>
                <a:cubicBezTo>
                  <a:pt x="205" y="187"/>
                  <a:pt x="213" y="190"/>
                  <a:pt x="213" y="195"/>
                </a:cubicBezTo>
                <a:lnTo>
                  <a:pt x="213" y="195"/>
                </a:lnTo>
                <a:cubicBezTo>
                  <a:pt x="213" y="200"/>
                  <a:pt x="205" y="204"/>
                  <a:pt x="195" y="204"/>
                </a:cubicBezTo>
                <a:close/>
                <a:moveTo>
                  <a:pt x="195" y="168"/>
                </a:moveTo>
                <a:lnTo>
                  <a:pt x="195" y="168"/>
                </a:lnTo>
                <a:cubicBezTo>
                  <a:pt x="176" y="168"/>
                  <a:pt x="160" y="180"/>
                  <a:pt x="160" y="195"/>
                </a:cubicBezTo>
                <a:lnTo>
                  <a:pt x="160" y="195"/>
                </a:lnTo>
                <a:cubicBezTo>
                  <a:pt x="160" y="210"/>
                  <a:pt x="176" y="222"/>
                  <a:pt x="195" y="222"/>
                </a:cubicBezTo>
                <a:lnTo>
                  <a:pt x="195" y="222"/>
                </a:lnTo>
                <a:cubicBezTo>
                  <a:pt x="215" y="222"/>
                  <a:pt x="232" y="210"/>
                  <a:pt x="232" y="195"/>
                </a:cubicBezTo>
                <a:lnTo>
                  <a:pt x="232" y="195"/>
                </a:lnTo>
                <a:cubicBezTo>
                  <a:pt x="232" y="180"/>
                  <a:pt x="215" y="168"/>
                  <a:pt x="195" y="168"/>
                </a:cubicBezTo>
                <a:close/>
                <a:moveTo>
                  <a:pt x="102" y="80"/>
                </a:moveTo>
                <a:lnTo>
                  <a:pt x="218" y="80"/>
                </a:lnTo>
                <a:lnTo>
                  <a:pt x="218" y="80"/>
                </a:lnTo>
                <a:cubicBezTo>
                  <a:pt x="225" y="80"/>
                  <a:pt x="232" y="74"/>
                  <a:pt x="232" y="66"/>
                </a:cubicBezTo>
                <a:lnTo>
                  <a:pt x="232" y="66"/>
                </a:lnTo>
                <a:cubicBezTo>
                  <a:pt x="232" y="59"/>
                  <a:pt x="225" y="53"/>
                  <a:pt x="218" y="53"/>
                </a:cubicBezTo>
                <a:lnTo>
                  <a:pt x="102" y="53"/>
                </a:lnTo>
                <a:lnTo>
                  <a:pt x="102" y="53"/>
                </a:lnTo>
                <a:cubicBezTo>
                  <a:pt x="95" y="53"/>
                  <a:pt x="88" y="59"/>
                  <a:pt x="88" y="66"/>
                </a:cubicBezTo>
                <a:lnTo>
                  <a:pt x="88" y="66"/>
                </a:lnTo>
                <a:cubicBezTo>
                  <a:pt x="88" y="74"/>
                  <a:pt x="95" y="80"/>
                  <a:pt x="102" y="80"/>
                </a:cubicBezTo>
                <a:close/>
                <a:moveTo>
                  <a:pt x="44" y="35"/>
                </a:moveTo>
                <a:lnTo>
                  <a:pt x="44" y="35"/>
                </a:lnTo>
                <a:cubicBezTo>
                  <a:pt x="39" y="35"/>
                  <a:pt x="35" y="39"/>
                  <a:pt x="35" y="44"/>
                </a:cubicBezTo>
                <a:lnTo>
                  <a:pt x="35" y="44"/>
                </a:lnTo>
                <a:cubicBezTo>
                  <a:pt x="35" y="48"/>
                  <a:pt x="39" y="53"/>
                  <a:pt x="44" y="53"/>
                </a:cubicBezTo>
                <a:lnTo>
                  <a:pt x="44" y="53"/>
                </a:lnTo>
                <a:cubicBezTo>
                  <a:pt x="49" y="53"/>
                  <a:pt x="53" y="48"/>
                  <a:pt x="53" y="44"/>
                </a:cubicBezTo>
                <a:lnTo>
                  <a:pt x="53" y="44"/>
                </a:lnTo>
                <a:cubicBezTo>
                  <a:pt x="53" y="39"/>
                  <a:pt x="49" y="35"/>
                  <a:pt x="44" y="35"/>
                </a:cubicBezTo>
                <a:close/>
                <a:moveTo>
                  <a:pt x="44" y="284"/>
                </a:moveTo>
                <a:lnTo>
                  <a:pt x="44" y="284"/>
                </a:lnTo>
                <a:cubicBezTo>
                  <a:pt x="39" y="284"/>
                  <a:pt x="35" y="288"/>
                  <a:pt x="35" y="293"/>
                </a:cubicBezTo>
                <a:lnTo>
                  <a:pt x="35" y="293"/>
                </a:lnTo>
                <a:cubicBezTo>
                  <a:pt x="35" y="298"/>
                  <a:pt x="39" y="302"/>
                  <a:pt x="44" y="302"/>
                </a:cubicBezTo>
                <a:lnTo>
                  <a:pt x="44" y="302"/>
                </a:lnTo>
                <a:cubicBezTo>
                  <a:pt x="49" y="302"/>
                  <a:pt x="53" y="298"/>
                  <a:pt x="53" y="293"/>
                </a:cubicBezTo>
                <a:lnTo>
                  <a:pt x="53" y="293"/>
                </a:lnTo>
                <a:cubicBezTo>
                  <a:pt x="53" y="288"/>
                  <a:pt x="49" y="284"/>
                  <a:pt x="44" y="2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37" name="Freeform 226">
            <a:extLst>
              <a:ext uri="{FF2B5EF4-FFF2-40B4-BE49-F238E27FC236}">
                <a16:creationId xmlns:a16="http://schemas.microsoft.com/office/drawing/2014/main" id="{DC6EA866-0EAB-C94C-84E8-99DC62D520C2}"/>
              </a:ext>
            </a:extLst>
          </p:cNvPr>
          <p:cNvSpPr>
            <a:spLocks noGrp="1"/>
          </p:cNvSpPr>
          <p:nvPr/>
        </p:nvSpPr>
        <p:spPr>
          <a:xfrm>
            <a:off x="20774457" y="6736696"/>
            <a:ext cx="488879" cy="488883"/>
          </a:xfrm>
          <a:custGeom>
            <a:avLst/>
            <a:gdLst>
              <a:gd name="T0" fmla="*/ 17 w 393"/>
              <a:gd name="T1" fmla="*/ 143 h 393"/>
              <a:gd name="T2" fmla="*/ 17 w 393"/>
              <a:gd name="T3" fmla="*/ 107 h 393"/>
              <a:gd name="T4" fmla="*/ 284 w 393"/>
              <a:gd name="T5" fmla="*/ 90 h 393"/>
              <a:gd name="T6" fmla="*/ 302 w 393"/>
              <a:gd name="T7" fmla="*/ 107 h 393"/>
              <a:gd name="T8" fmla="*/ 302 w 393"/>
              <a:gd name="T9" fmla="*/ 357 h 393"/>
              <a:gd name="T10" fmla="*/ 284 w 393"/>
              <a:gd name="T11" fmla="*/ 374 h 393"/>
              <a:gd name="T12" fmla="*/ 35 w 393"/>
              <a:gd name="T13" fmla="*/ 374 h 393"/>
              <a:gd name="T14" fmla="*/ 17 w 393"/>
              <a:gd name="T15" fmla="*/ 160 h 393"/>
              <a:gd name="T16" fmla="*/ 302 w 393"/>
              <a:gd name="T17" fmla="*/ 357 h 393"/>
              <a:gd name="T18" fmla="*/ 35 w 393"/>
              <a:gd name="T19" fmla="*/ 72 h 393"/>
              <a:gd name="T20" fmla="*/ 0 w 393"/>
              <a:gd name="T21" fmla="*/ 107 h 393"/>
              <a:gd name="T22" fmla="*/ 0 w 393"/>
              <a:gd name="T23" fmla="*/ 357 h 393"/>
              <a:gd name="T24" fmla="*/ 284 w 393"/>
              <a:gd name="T25" fmla="*/ 392 h 393"/>
              <a:gd name="T26" fmla="*/ 320 w 393"/>
              <a:gd name="T27" fmla="*/ 357 h 393"/>
              <a:gd name="T28" fmla="*/ 320 w 393"/>
              <a:gd name="T29" fmla="*/ 107 h 393"/>
              <a:gd name="T30" fmla="*/ 115 w 393"/>
              <a:gd name="T31" fmla="*/ 107 h 393"/>
              <a:gd name="T32" fmla="*/ 106 w 393"/>
              <a:gd name="T33" fmla="*/ 116 h 393"/>
              <a:gd name="T34" fmla="*/ 115 w 393"/>
              <a:gd name="T35" fmla="*/ 125 h 393"/>
              <a:gd name="T36" fmla="*/ 124 w 393"/>
              <a:gd name="T37" fmla="*/ 116 h 393"/>
              <a:gd name="T38" fmla="*/ 115 w 393"/>
              <a:gd name="T39" fmla="*/ 107 h 393"/>
              <a:gd name="T40" fmla="*/ 106 w 393"/>
              <a:gd name="T41" fmla="*/ 0 h 393"/>
              <a:gd name="T42" fmla="*/ 70 w 393"/>
              <a:gd name="T43" fmla="*/ 36 h 393"/>
              <a:gd name="T44" fmla="*/ 70 w 393"/>
              <a:gd name="T45" fmla="*/ 45 h 393"/>
              <a:gd name="T46" fmla="*/ 80 w 393"/>
              <a:gd name="T47" fmla="*/ 53 h 393"/>
              <a:gd name="T48" fmla="*/ 88 w 393"/>
              <a:gd name="T49" fmla="*/ 36 h 393"/>
              <a:gd name="T50" fmla="*/ 106 w 393"/>
              <a:gd name="T51" fmla="*/ 18 h 393"/>
              <a:gd name="T52" fmla="*/ 355 w 393"/>
              <a:gd name="T53" fmla="*/ 18 h 393"/>
              <a:gd name="T54" fmla="*/ 374 w 393"/>
              <a:gd name="T55" fmla="*/ 285 h 393"/>
              <a:gd name="T56" fmla="*/ 355 w 393"/>
              <a:gd name="T57" fmla="*/ 303 h 393"/>
              <a:gd name="T58" fmla="*/ 347 w 393"/>
              <a:gd name="T59" fmla="*/ 303 h 393"/>
              <a:gd name="T60" fmla="*/ 338 w 393"/>
              <a:gd name="T61" fmla="*/ 312 h 393"/>
              <a:gd name="T62" fmla="*/ 355 w 393"/>
              <a:gd name="T63" fmla="*/ 321 h 393"/>
              <a:gd name="T64" fmla="*/ 392 w 393"/>
              <a:gd name="T65" fmla="*/ 285 h 393"/>
              <a:gd name="T66" fmla="*/ 392 w 393"/>
              <a:gd name="T67" fmla="*/ 36 h 393"/>
              <a:gd name="T68" fmla="*/ 275 w 393"/>
              <a:gd name="T69" fmla="*/ 107 h 393"/>
              <a:gd name="T70" fmla="*/ 151 w 393"/>
              <a:gd name="T71" fmla="*/ 107 h 393"/>
              <a:gd name="T72" fmla="*/ 142 w 393"/>
              <a:gd name="T73" fmla="*/ 116 h 393"/>
              <a:gd name="T74" fmla="*/ 275 w 393"/>
              <a:gd name="T75" fmla="*/ 125 h 393"/>
              <a:gd name="T76" fmla="*/ 284 w 393"/>
              <a:gd name="T77" fmla="*/ 116 h 393"/>
              <a:gd name="T78" fmla="*/ 275 w 393"/>
              <a:gd name="T79" fmla="*/ 107 h 393"/>
              <a:gd name="T80" fmla="*/ 43 w 393"/>
              <a:gd name="T81" fmla="*/ 107 h 393"/>
              <a:gd name="T82" fmla="*/ 35 w 393"/>
              <a:gd name="T83" fmla="*/ 116 h 393"/>
              <a:gd name="T84" fmla="*/ 43 w 393"/>
              <a:gd name="T85" fmla="*/ 125 h 393"/>
              <a:gd name="T86" fmla="*/ 53 w 393"/>
              <a:gd name="T87" fmla="*/ 116 h 393"/>
              <a:gd name="T88" fmla="*/ 80 w 393"/>
              <a:gd name="T89" fmla="*/ 107 h 393"/>
              <a:gd name="T90" fmla="*/ 70 w 393"/>
              <a:gd name="T91" fmla="*/ 116 h 393"/>
              <a:gd name="T92" fmla="*/ 80 w 393"/>
              <a:gd name="T93" fmla="*/ 125 h 393"/>
              <a:gd name="T94" fmla="*/ 88 w 393"/>
              <a:gd name="T95" fmla="*/ 116 h 393"/>
              <a:gd name="T96" fmla="*/ 80 w 393"/>
              <a:gd name="T97" fmla="*/ 107 h 393"/>
            </a:gdLst>
            <a:ahLst/>
            <a:cxnLst/>
            <a:rect l="0" t="0" r="r" b="b"/>
            <a:pathLst>
              <a:path w="393" h="393">
                <a:moveTo>
                  <a:pt x="302" y="143"/>
                </a:moveTo>
                <a:lnTo>
                  <a:pt x="17" y="143"/>
                </a:lnTo>
                <a:lnTo>
                  <a:pt x="17" y="107"/>
                </a:lnTo>
                <a:lnTo>
                  <a:pt x="17" y="107"/>
                </a:lnTo>
                <a:cubicBezTo>
                  <a:pt x="17" y="97"/>
                  <a:pt x="25" y="90"/>
                  <a:pt x="35" y="90"/>
                </a:cubicBezTo>
                <a:lnTo>
                  <a:pt x="284" y="90"/>
                </a:lnTo>
                <a:lnTo>
                  <a:pt x="284" y="90"/>
                </a:lnTo>
                <a:cubicBezTo>
                  <a:pt x="294" y="90"/>
                  <a:pt x="302" y="97"/>
                  <a:pt x="302" y="107"/>
                </a:cubicBezTo>
                <a:lnTo>
                  <a:pt x="302" y="143"/>
                </a:lnTo>
                <a:close/>
                <a:moveTo>
                  <a:pt x="302" y="357"/>
                </a:moveTo>
                <a:lnTo>
                  <a:pt x="302" y="357"/>
                </a:lnTo>
                <a:cubicBezTo>
                  <a:pt x="302" y="367"/>
                  <a:pt x="294" y="374"/>
                  <a:pt x="284" y="374"/>
                </a:cubicBezTo>
                <a:lnTo>
                  <a:pt x="35" y="374"/>
                </a:lnTo>
                <a:lnTo>
                  <a:pt x="35" y="374"/>
                </a:lnTo>
                <a:cubicBezTo>
                  <a:pt x="25" y="374"/>
                  <a:pt x="17" y="367"/>
                  <a:pt x="17" y="357"/>
                </a:cubicBezTo>
                <a:lnTo>
                  <a:pt x="17" y="160"/>
                </a:lnTo>
                <a:lnTo>
                  <a:pt x="302" y="160"/>
                </a:lnTo>
                <a:lnTo>
                  <a:pt x="302" y="357"/>
                </a:lnTo>
                <a:close/>
                <a:moveTo>
                  <a:pt x="284" y="72"/>
                </a:moveTo>
                <a:lnTo>
                  <a:pt x="35" y="72"/>
                </a:lnTo>
                <a:lnTo>
                  <a:pt x="35" y="72"/>
                </a:lnTo>
                <a:cubicBezTo>
                  <a:pt x="15" y="72"/>
                  <a:pt x="0" y="88"/>
                  <a:pt x="0" y="107"/>
                </a:cubicBezTo>
                <a:lnTo>
                  <a:pt x="0" y="357"/>
                </a:lnTo>
                <a:lnTo>
                  <a:pt x="0" y="357"/>
                </a:lnTo>
                <a:cubicBezTo>
                  <a:pt x="0" y="376"/>
                  <a:pt x="15" y="392"/>
                  <a:pt x="35" y="392"/>
                </a:cubicBezTo>
                <a:lnTo>
                  <a:pt x="284" y="392"/>
                </a:lnTo>
                <a:lnTo>
                  <a:pt x="284" y="392"/>
                </a:lnTo>
                <a:cubicBezTo>
                  <a:pt x="304" y="392"/>
                  <a:pt x="320" y="376"/>
                  <a:pt x="320" y="357"/>
                </a:cubicBezTo>
                <a:lnTo>
                  <a:pt x="320" y="107"/>
                </a:lnTo>
                <a:lnTo>
                  <a:pt x="320" y="107"/>
                </a:lnTo>
                <a:cubicBezTo>
                  <a:pt x="320" y="88"/>
                  <a:pt x="304" y="72"/>
                  <a:pt x="284" y="72"/>
                </a:cubicBezTo>
                <a:close/>
                <a:moveTo>
                  <a:pt x="115" y="107"/>
                </a:moveTo>
                <a:lnTo>
                  <a:pt x="115" y="107"/>
                </a:lnTo>
                <a:cubicBezTo>
                  <a:pt x="110" y="107"/>
                  <a:pt x="106" y="111"/>
                  <a:pt x="106" y="116"/>
                </a:cubicBezTo>
                <a:lnTo>
                  <a:pt x="106" y="116"/>
                </a:lnTo>
                <a:cubicBezTo>
                  <a:pt x="106" y="121"/>
                  <a:pt x="110" y="125"/>
                  <a:pt x="115" y="125"/>
                </a:cubicBezTo>
                <a:lnTo>
                  <a:pt x="115" y="125"/>
                </a:lnTo>
                <a:cubicBezTo>
                  <a:pt x="120" y="125"/>
                  <a:pt x="124" y="121"/>
                  <a:pt x="124" y="116"/>
                </a:cubicBezTo>
                <a:lnTo>
                  <a:pt x="124" y="116"/>
                </a:lnTo>
                <a:cubicBezTo>
                  <a:pt x="124" y="111"/>
                  <a:pt x="120" y="107"/>
                  <a:pt x="115" y="107"/>
                </a:cubicBezTo>
                <a:close/>
                <a:moveTo>
                  <a:pt x="355" y="0"/>
                </a:moveTo>
                <a:lnTo>
                  <a:pt x="106" y="0"/>
                </a:lnTo>
                <a:lnTo>
                  <a:pt x="106" y="0"/>
                </a:lnTo>
                <a:cubicBezTo>
                  <a:pt x="86" y="0"/>
                  <a:pt x="70" y="16"/>
                  <a:pt x="70" y="36"/>
                </a:cubicBezTo>
                <a:lnTo>
                  <a:pt x="70" y="45"/>
                </a:lnTo>
                <a:lnTo>
                  <a:pt x="70" y="45"/>
                </a:lnTo>
                <a:cubicBezTo>
                  <a:pt x="70" y="50"/>
                  <a:pt x="75" y="53"/>
                  <a:pt x="80" y="53"/>
                </a:cubicBezTo>
                <a:lnTo>
                  <a:pt x="80" y="53"/>
                </a:lnTo>
                <a:cubicBezTo>
                  <a:pt x="84" y="53"/>
                  <a:pt x="88" y="50"/>
                  <a:pt x="88" y="45"/>
                </a:cubicBezTo>
                <a:lnTo>
                  <a:pt x="88" y="36"/>
                </a:lnTo>
                <a:lnTo>
                  <a:pt x="88" y="36"/>
                </a:lnTo>
                <a:cubicBezTo>
                  <a:pt x="88" y="26"/>
                  <a:pt x="96" y="18"/>
                  <a:pt x="106" y="18"/>
                </a:cubicBezTo>
                <a:lnTo>
                  <a:pt x="355" y="18"/>
                </a:lnTo>
                <a:lnTo>
                  <a:pt x="355" y="18"/>
                </a:lnTo>
                <a:cubicBezTo>
                  <a:pt x="366" y="18"/>
                  <a:pt x="374" y="26"/>
                  <a:pt x="374" y="36"/>
                </a:cubicBezTo>
                <a:lnTo>
                  <a:pt x="374" y="285"/>
                </a:lnTo>
                <a:lnTo>
                  <a:pt x="374" y="285"/>
                </a:lnTo>
                <a:cubicBezTo>
                  <a:pt x="374" y="295"/>
                  <a:pt x="366" y="303"/>
                  <a:pt x="355" y="303"/>
                </a:cubicBezTo>
                <a:lnTo>
                  <a:pt x="347" y="303"/>
                </a:lnTo>
                <a:lnTo>
                  <a:pt x="347" y="303"/>
                </a:lnTo>
                <a:cubicBezTo>
                  <a:pt x="342" y="303"/>
                  <a:pt x="338" y="307"/>
                  <a:pt x="338" y="312"/>
                </a:cubicBezTo>
                <a:lnTo>
                  <a:pt x="338" y="312"/>
                </a:lnTo>
                <a:cubicBezTo>
                  <a:pt x="338" y="317"/>
                  <a:pt x="342" y="321"/>
                  <a:pt x="347" y="321"/>
                </a:cubicBezTo>
                <a:lnTo>
                  <a:pt x="355" y="321"/>
                </a:lnTo>
                <a:lnTo>
                  <a:pt x="355" y="321"/>
                </a:lnTo>
                <a:cubicBezTo>
                  <a:pt x="376" y="321"/>
                  <a:pt x="392" y="305"/>
                  <a:pt x="392" y="285"/>
                </a:cubicBezTo>
                <a:lnTo>
                  <a:pt x="392" y="36"/>
                </a:lnTo>
                <a:lnTo>
                  <a:pt x="392" y="36"/>
                </a:lnTo>
                <a:cubicBezTo>
                  <a:pt x="392" y="16"/>
                  <a:pt x="376" y="0"/>
                  <a:pt x="355" y="0"/>
                </a:cubicBezTo>
                <a:close/>
                <a:moveTo>
                  <a:pt x="275" y="107"/>
                </a:moveTo>
                <a:lnTo>
                  <a:pt x="151" y="107"/>
                </a:lnTo>
                <a:lnTo>
                  <a:pt x="151" y="107"/>
                </a:lnTo>
                <a:cubicBezTo>
                  <a:pt x="146" y="107"/>
                  <a:pt x="142" y="111"/>
                  <a:pt x="142" y="116"/>
                </a:cubicBezTo>
                <a:lnTo>
                  <a:pt x="142" y="116"/>
                </a:lnTo>
                <a:cubicBezTo>
                  <a:pt x="142" y="121"/>
                  <a:pt x="146" y="125"/>
                  <a:pt x="151" y="125"/>
                </a:cubicBezTo>
                <a:lnTo>
                  <a:pt x="275" y="125"/>
                </a:lnTo>
                <a:lnTo>
                  <a:pt x="275" y="125"/>
                </a:lnTo>
                <a:cubicBezTo>
                  <a:pt x="280" y="125"/>
                  <a:pt x="284" y="121"/>
                  <a:pt x="284" y="116"/>
                </a:cubicBezTo>
                <a:lnTo>
                  <a:pt x="284" y="116"/>
                </a:lnTo>
                <a:cubicBezTo>
                  <a:pt x="284" y="111"/>
                  <a:pt x="280" y="107"/>
                  <a:pt x="275" y="107"/>
                </a:cubicBezTo>
                <a:close/>
                <a:moveTo>
                  <a:pt x="43" y="107"/>
                </a:moveTo>
                <a:lnTo>
                  <a:pt x="43" y="107"/>
                </a:lnTo>
                <a:cubicBezTo>
                  <a:pt x="39" y="107"/>
                  <a:pt x="35" y="111"/>
                  <a:pt x="35" y="116"/>
                </a:cubicBezTo>
                <a:lnTo>
                  <a:pt x="35" y="116"/>
                </a:lnTo>
                <a:cubicBezTo>
                  <a:pt x="35" y="121"/>
                  <a:pt x="39" y="125"/>
                  <a:pt x="43" y="125"/>
                </a:cubicBezTo>
                <a:lnTo>
                  <a:pt x="43" y="125"/>
                </a:lnTo>
                <a:cubicBezTo>
                  <a:pt x="48" y="125"/>
                  <a:pt x="53" y="121"/>
                  <a:pt x="53" y="116"/>
                </a:cubicBezTo>
                <a:lnTo>
                  <a:pt x="53" y="116"/>
                </a:lnTo>
                <a:cubicBezTo>
                  <a:pt x="53" y="111"/>
                  <a:pt x="48" y="107"/>
                  <a:pt x="43" y="107"/>
                </a:cubicBezTo>
                <a:close/>
                <a:moveTo>
                  <a:pt x="80" y="107"/>
                </a:moveTo>
                <a:lnTo>
                  <a:pt x="80" y="107"/>
                </a:lnTo>
                <a:cubicBezTo>
                  <a:pt x="75" y="107"/>
                  <a:pt x="70" y="111"/>
                  <a:pt x="70" y="116"/>
                </a:cubicBezTo>
                <a:lnTo>
                  <a:pt x="70" y="116"/>
                </a:lnTo>
                <a:cubicBezTo>
                  <a:pt x="70" y="121"/>
                  <a:pt x="75" y="125"/>
                  <a:pt x="80" y="125"/>
                </a:cubicBezTo>
                <a:lnTo>
                  <a:pt x="80" y="125"/>
                </a:lnTo>
                <a:cubicBezTo>
                  <a:pt x="84" y="125"/>
                  <a:pt x="88" y="121"/>
                  <a:pt x="88" y="116"/>
                </a:cubicBezTo>
                <a:lnTo>
                  <a:pt x="88" y="116"/>
                </a:lnTo>
                <a:cubicBezTo>
                  <a:pt x="88" y="111"/>
                  <a:pt x="84" y="107"/>
                  <a:pt x="80" y="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38" name="Freeform 227">
            <a:extLst>
              <a:ext uri="{FF2B5EF4-FFF2-40B4-BE49-F238E27FC236}">
                <a16:creationId xmlns:a16="http://schemas.microsoft.com/office/drawing/2014/main" id="{20930194-4CFE-2442-863B-3420D04B18C6}"/>
              </a:ext>
            </a:extLst>
          </p:cNvPr>
          <p:cNvSpPr>
            <a:spLocks noGrp="1"/>
          </p:cNvSpPr>
          <p:nvPr/>
        </p:nvSpPr>
        <p:spPr>
          <a:xfrm>
            <a:off x="18579752" y="10576324"/>
            <a:ext cx="488883" cy="444935"/>
          </a:xfrm>
          <a:custGeom>
            <a:avLst/>
            <a:gdLst>
              <a:gd name="T0" fmla="*/ 17 w 393"/>
              <a:gd name="T1" fmla="*/ 338 h 357"/>
              <a:gd name="T2" fmla="*/ 125 w 393"/>
              <a:gd name="T3" fmla="*/ 231 h 357"/>
              <a:gd name="T4" fmla="*/ 195 w 393"/>
              <a:gd name="T5" fmla="*/ 294 h 357"/>
              <a:gd name="T6" fmla="*/ 266 w 393"/>
              <a:gd name="T7" fmla="*/ 231 h 357"/>
              <a:gd name="T8" fmla="*/ 374 w 393"/>
              <a:gd name="T9" fmla="*/ 338 h 357"/>
              <a:gd name="T10" fmla="*/ 391 w 393"/>
              <a:gd name="T11" fmla="*/ 219 h 357"/>
              <a:gd name="T12" fmla="*/ 301 w 393"/>
              <a:gd name="T13" fmla="*/ 41 h 357"/>
              <a:gd name="T14" fmla="*/ 294 w 393"/>
              <a:gd name="T15" fmla="*/ 36 h 357"/>
              <a:gd name="T16" fmla="*/ 232 w 393"/>
              <a:gd name="T17" fmla="*/ 36 h 357"/>
              <a:gd name="T18" fmla="*/ 222 w 393"/>
              <a:gd name="T19" fmla="*/ 44 h 357"/>
              <a:gd name="T20" fmla="*/ 288 w 393"/>
              <a:gd name="T21" fmla="*/ 53 h 357"/>
              <a:gd name="T22" fmla="*/ 258 w 393"/>
              <a:gd name="T23" fmla="*/ 214 h 357"/>
              <a:gd name="T24" fmla="*/ 249 w 393"/>
              <a:gd name="T25" fmla="*/ 223 h 357"/>
              <a:gd name="T26" fmla="*/ 195 w 393"/>
              <a:gd name="T27" fmla="*/ 276 h 357"/>
              <a:gd name="T28" fmla="*/ 142 w 393"/>
              <a:gd name="T29" fmla="*/ 223 h 357"/>
              <a:gd name="T30" fmla="*/ 133 w 393"/>
              <a:gd name="T31" fmla="*/ 214 h 357"/>
              <a:gd name="T32" fmla="*/ 103 w 393"/>
              <a:gd name="T33" fmla="*/ 53 h 357"/>
              <a:gd name="T34" fmla="*/ 160 w 393"/>
              <a:gd name="T35" fmla="*/ 53 h 357"/>
              <a:gd name="T36" fmla="*/ 169 w 393"/>
              <a:gd name="T37" fmla="*/ 44 h 357"/>
              <a:gd name="T38" fmla="*/ 98 w 393"/>
              <a:gd name="T39" fmla="*/ 36 h 357"/>
              <a:gd name="T40" fmla="*/ 90 w 393"/>
              <a:gd name="T41" fmla="*/ 41 h 357"/>
              <a:gd name="T42" fmla="*/ 0 w 393"/>
              <a:gd name="T43" fmla="*/ 219 h 357"/>
              <a:gd name="T44" fmla="*/ 0 w 393"/>
              <a:gd name="T45" fmla="*/ 219 h 357"/>
              <a:gd name="T46" fmla="*/ 0 w 393"/>
              <a:gd name="T47" fmla="*/ 347 h 357"/>
              <a:gd name="T48" fmla="*/ 8 w 393"/>
              <a:gd name="T49" fmla="*/ 356 h 357"/>
              <a:gd name="T50" fmla="*/ 382 w 393"/>
              <a:gd name="T51" fmla="*/ 356 h 357"/>
              <a:gd name="T52" fmla="*/ 392 w 393"/>
              <a:gd name="T53" fmla="*/ 223 h 357"/>
              <a:gd name="T54" fmla="*/ 391 w 393"/>
              <a:gd name="T55" fmla="*/ 219 h 357"/>
              <a:gd name="T56" fmla="*/ 142 w 393"/>
              <a:gd name="T57" fmla="*/ 143 h 357"/>
              <a:gd name="T58" fmla="*/ 133 w 393"/>
              <a:gd name="T59" fmla="*/ 151 h 357"/>
              <a:gd name="T60" fmla="*/ 189 w 393"/>
              <a:gd name="T61" fmla="*/ 211 h 357"/>
              <a:gd name="T62" fmla="*/ 195 w 393"/>
              <a:gd name="T63" fmla="*/ 214 h 357"/>
              <a:gd name="T64" fmla="*/ 202 w 393"/>
              <a:gd name="T65" fmla="*/ 211 h 357"/>
              <a:gd name="T66" fmla="*/ 255 w 393"/>
              <a:gd name="T67" fmla="*/ 157 h 357"/>
              <a:gd name="T68" fmla="*/ 258 w 393"/>
              <a:gd name="T69" fmla="*/ 151 h 357"/>
              <a:gd name="T70" fmla="*/ 249 w 393"/>
              <a:gd name="T71" fmla="*/ 143 h 357"/>
              <a:gd name="T72" fmla="*/ 205 w 393"/>
              <a:gd name="T73" fmla="*/ 183 h 357"/>
              <a:gd name="T74" fmla="*/ 205 w 393"/>
              <a:gd name="T75" fmla="*/ 9 h 357"/>
              <a:gd name="T76" fmla="*/ 195 w 393"/>
              <a:gd name="T77" fmla="*/ 0 h 357"/>
              <a:gd name="T78" fmla="*/ 187 w 393"/>
              <a:gd name="T79" fmla="*/ 183 h 357"/>
              <a:gd name="T80" fmla="*/ 148 w 393"/>
              <a:gd name="T81" fmla="*/ 145 h 357"/>
            </a:gdLst>
            <a:ahLst/>
            <a:cxnLst/>
            <a:rect l="0" t="0" r="r" b="b"/>
            <a:pathLst>
              <a:path w="393" h="357">
                <a:moveTo>
                  <a:pt x="374" y="338"/>
                </a:moveTo>
                <a:lnTo>
                  <a:pt x="17" y="338"/>
                </a:lnTo>
                <a:lnTo>
                  <a:pt x="17" y="231"/>
                </a:lnTo>
                <a:lnTo>
                  <a:pt x="125" y="231"/>
                </a:lnTo>
                <a:lnTo>
                  <a:pt x="125" y="231"/>
                </a:lnTo>
                <a:cubicBezTo>
                  <a:pt x="129" y="267"/>
                  <a:pt x="159" y="294"/>
                  <a:pt x="195" y="294"/>
                </a:cubicBezTo>
                <a:lnTo>
                  <a:pt x="195" y="294"/>
                </a:lnTo>
                <a:cubicBezTo>
                  <a:pt x="232" y="294"/>
                  <a:pt x="262" y="267"/>
                  <a:pt x="266" y="231"/>
                </a:cubicBezTo>
                <a:lnTo>
                  <a:pt x="374" y="231"/>
                </a:lnTo>
                <a:lnTo>
                  <a:pt x="374" y="338"/>
                </a:lnTo>
                <a:close/>
                <a:moveTo>
                  <a:pt x="391" y="219"/>
                </a:moveTo>
                <a:lnTo>
                  <a:pt x="391" y="219"/>
                </a:lnTo>
                <a:lnTo>
                  <a:pt x="302" y="41"/>
                </a:lnTo>
                <a:lnTo>
                  <a:pt x="301" y="41"/>
                </a:lnTo>
                <a:lnTo>
                  <a:pt x="301" y="41"/>
                </a:lnTo>
                <a:cubicBezTo>
                  <a:pt x="300" y="37"/>
                  <a:pt x="297" y="36"/>
                  <a:pt x="294" y="36"/>
                </a:cubicBezTo>
                <a:lnTo>
                  <a:pt x="232" y="36"/>
                </a:lnTo>
                <a:lnTo>
                  <a:pt x="232" y="36"/>
                </a:lnTo>
                <a:cubicBezTo>
                  <a:pt x="226" y="36"/>
                  <a:pt x="222" y="39"/>
                  <a:pt x="222" y="44"/>
                </a:cubicBezTo>
                <a:lnTo>
                  <a:pt x="222" y="44"/>
                </a:lnTo>
                <a:cubicBezTo>
                  <a:pt x="222" y="49"/>
                  <a:pt x="226" y="53"/>
                  <a:pt x="232" y="53"/>
                </a:cubicBezTo>
                <a:lnTo>
                  <a:pt x="288" y="53"/>
                </a:lnTo>
                <a:lnTo>
                  <a:pt x="369" y="214"/>
                </a:lnTo>
                <a:lnTo>
                  <a:pt x="258" y="214"/>
                </a:lnTo>
                <a:lnTo>
                  <a:pt x="258" y="214"/>
                </a:lnTo>
                <a:cubicBezTo>
                  <a:pt x="253" y="214"/>
                  <a:pt x="249" y="218"/>
                  <a:pt x="249" y="223"/>
                </a:cubicBezTo>
                <a:lnTo>
                  <a:pt x="249" y="223"/>
                </a:lnTo>
                <a:cubicBezTo>
                  <a:pt x="249" y="252"/>
                  <a:pt x="225" y="276"/>
                  <a:pt x="195" y="276"/>
                </a:cubicBezTo>
                <a:lnTo>
                  <a:pt x="195" y="276"/>
                </a:lnTo>
                <a:cubicBezTo>
                  <a:pt x="166" y="276"/>
                  <a:pt x="142" y="252"/>
                  <a:pt x="142" y="223"/>
                </a:cubicBezTo>
                <a:lnTo>
                  <a:pt x="142" y="223"/>
                </a:lnTo>
                <a:cubicBezTo>
                  <a:pt x="142" y="218"/>
                  <a:pt x="138" y="214"/>
                  <a:pt x="133" y="214"/>
                </a:cubicBezTo>
                <a:lnTo>
                  <a:pt x="23" y="214"/>
                </a:lnTo>
                <a:lnTo>
                  <a:pt x="103" y="53"/>
                </a:lnTo>
                <a:lnTo>
                  <a:pt x="160" y="53"/>
                </a:lnTo>
                <a:lnTo>
                  <a:pt x="160" y="53"/>
                </a:lnTo>
                <a:cubicBezTo>
                  <a:pt x="165" y="53"/>
                  <a:pt x="169" y="49"/>
                  <a:pt x="169" y="44"/>
                </a:cubicBezTo>
                <a:lnTo>
                  <a:pt x="169" y="44"/>
                </a:lnTo>
                <a:cubicBezTo>
                  <a:pt x="169" y="39"/>
                  <a:pt x="165" y="36"/>
                  <a:pt x="160" y="36"/>
                </a:cubicBezTo>
                <a:lnTo>
                  <a:pt x="98" y="36"/>
                </a:lnTo>
                <a:lnTo>
                  <a:pt x="98" y="36"/>
                </a:lnTo>
                <a:cubicBezTo>
                  <a:pt x="94" y="36"/>
                  <a:pt x="91" y="37"/>
                  <a:pt x="90" y="41"/>
                </a:cubicBezTo>
                <a:lnTo>
                  <a:pt x="90" y="41"/>
                </a:lnTo>
                <a:lnTo>
                  <a:pt x="0" y="219"/>
                </a:lnTo>
                <a:lnTo>
                  <a:pt x="0" y="219"/>
                </a:lnTo>
                <a:lnTo>
                  <a:pt x="0" y="219"/>
                </a:lnTo>
                <a:cubicBezTo>
                  <a:pt x="0" y="220"/>
                  <a:pt x="0" y="221"/>
                  <a:pt x="0" y="223"/>
                </a:cubicBezTo>
                <a:lnTo>
                  <a:pt x="0" y="347"/>
                </a:lnTo>
                <a:lnTo>
                  <a:pt x="0" y="347"/>
                </a:lnTo>
                <a:cubicBezTo>
                  <a:pt x="0" y="352"/>
                  <a:pt x="3" y="356"/>
                  <a:pt x="8" y="356"/>
                </a:cubicBezTo>
                <a:lnTo>
                  <a:pt x="382" y="356"/>
                </a:lnTo>
                <a:lnTo>
                  <a:pt x="382" y="356"/>
                </a:lnTo>
                <a:cubicBezTo>
                  <a:pt x="387" y="356"/>
                  <a:pt x="392" y="352"/>
                  <a:pt x="392" y="347"/>
                </a:cubicBezTo>
                <a:lnTo>
                  <a:pt x="392" y="223"/>
                </a:lnTo>
                <a:lnTo>
                  <a:pt x="392" y="223"/>
                </a:lnTo>
                <a:cubicBezTo>
                  <a:pt x="392" y="221"/>
                  <a:pt x="391" y="220"/>
                  <a:pt x="391" y="219"/>
                </a:cubicBezTo>
                <a:close/>
                <a:moveTo>
                  <a:pt x="142" y="143"/>
                </a:moveTo>
                <a:lnTo>
                  <a:pt x="142" y="143"/>
                </a:lnTo>
                <a:cubicBezTo>
                  <a:pt x="137" y="143"/>
                  <a:pt x="133" y="146"/>
                  <a:pt x="133" y="151"/>
                </a:cubicBezTo>
                <a:lnTo>
                  <a:pt x="133" y="151"/>
                </a:lnTo>
                <a:cubicBezTo>
                  <a:pt x="133" y="154"/>
                  <a:pt x="134" y="156"/>
                  <a:pt x="136" y="157"/>
                </a:cubicBezTo>
                <a:lnTo>
                  <a:pt x="189" y="211"/>
                </a:lnTo>
                <a:lnTo>
                  <a:pt x="189" y="211"/>
                </a:lnTo>
                <a:cubicBezTo>
                  <a:pt x="191" y="213"/>
                  <a:pt x="193" y="214"/>
                  <a:pt x="195" y="214"/>
                </a:cubicBezTo>
                <a:lnTo>
                  <a:pt x="195" y="214"/>
                </a:lnTo>
                <a:cubicBezTo>
                  <a:pt x="198" y="214"/>
                  <a:pt x="200" y="213"/>
                  <a:pt x="202" y="211"/>
                </a:cubicBezTo>
                <a:lnTo>
                  <a:pt x="255" y="157"/>
                </a:lnTo>
                <a:lnTo>
                  <a:pt x="255" y="157"/>
                </a:lnTo>
                <a:cubicBezTo>
                  <a:pt x="257" y="156"/>
                  <a:pt x="258" y="154"/>
                  <a:pt x="258" y="151"/>
                </a:cubicBezTo>
                <a:lnTo>
                  <a:pt x="258" y="151"/>
                </a:lnTo>
                <a:cubicBezTo>
                  <a:pt x="258" y="146"/>
                  <a:pt x="254" y="143"/>
                  <a:pt x="249" y="143"/>
                </a:cubicBezTo>
                <a:lnTo>
                  <a:pt x="249" y="143"/>
                </a:lnTo>
                <a:cubicBezTo>
                  <a:pt x="247" y="143"/>
                  <a:pt x="244" y="143"/>
                  <a:pt x="243" y="145"/>
                </a:cubicBezTo>
                <a:lnTo>
                  <a:pt x="205" y="183"/>
                </a:lnTo>
                <a:lnTo>
                  <a:pt x="205" y="9"/>
                </a:lnTo>
                <a:lnTo>
                  <a:pt x="205" y="9"/>
                </a:lnTo>
                <a:cubicBezTo>
                  <a:pt x="205" y="4"/>
                  <a:pt x="200" y="0"/>
                  <a:pt x="195" y="0"/>
                </a:cubicBezTo>
                <a:lnTo>
                  <a:pt x="195" y="0"/>
                </a:lnTo>
                <a:cubicBezTo>
                  <a:pt x="191" y="0"/>
                  <a:pt x="187" y="4"/>
                  <a:pt x="187" y="9"/>
                </a:cubicBezTo>
                <a:lnTo>
                  <a:pt x="187" y="183"/>
                </a:lnTo>
                <a:lnTo>
                  <a:pt x="148" y="145"/>
                </a:lnTo>
                <a:lnTo>
                  <a:pt x="148" y="145"/>
                </a:lnTo>
                <a:cubicBezTo>
                  <a:pt x="146" y="143"/>
                  <a:pt x="145" y="143"/>
                  <a:pt x="142" y="14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solidFill>
                <a:schemeClr val="tx2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39" name="Freeform 228">
            <a:extLst>
              <a:ext uri="{FF2B5EF4-FFF2-40B4-BE49-F238E27FC236}">
                <a16:creationId xmlns:a16="http://schemas.microsoft.com/office/drawing/2014/main" id="{D866822D-F7D7-EC43-A795-474303396018}"/>
              </a:ext>
            </a:extLst>
          </p:cNvPr>
          <p:cNvSpPr>
            <a:spLocks noGrp="1"/>
          </p:cNvSpPr>
          <p:nvPr/>
        </p:nvSpPr>
        <p:spPr>
          <a:xfrm>
            <a:off x="14141597" y="10576324"/>
            <a:ext cx="400994" cy="488879"/>
          </a:xfrm>
          <a:custGeom>
            <a:avLst/>
            <a:gdLst>
              <a:gd name="T0" fmla="*/ 160 w 322"/>
              <a:gd name="T1" fmla="*/ 89 h 393"/>
              <a:gd name="T2" fmla="*/ 17 w 322"/>
              <a:gd name="T3" fmla="*/ 54 h 393"/>
              <a:gd name="T4" fmla="*/ 160 w 322"/>
              <a:gd name="T5" fmla="*/ 18 h 393"/>
              <a:gd name="T6" fmla="*/ 303 w 322"/>
              <a:gd name="T7" fmla="*/ 54 h 393"/>
              <a:gd name="T8" fmla="*/ 303 w 322"/>
              <a:gd name="T9" fmla="*/ 100 h 393"/>
              <a:gd name="T10" fmla="*/ 303 w 322"/>
              <a:gd name="T11" fmla="*/ 124 h 393"/>
              <a:gd name="T12" fmla="*/ 160 w 322"/>
              <a:gd name="T13" fmla="*/ 161 h 393"/>
              <a:gd name="T14" fmla="*/ 17 w 322"/>
              <a:gd name="T15" fmla="*/ 100 h 393"/>
              <a:gd name="T16" fmla="*/ 17 w 322"/>
              <a:gd name="T17" fmla="*/ 78 h 393"/>
              <a:gd name="T18" fmla="*/ 160 w 322"/>
              <a:gd name="T19" fmla="*/ 107 h 393"/>
              <a:gd name="T20" fmla="*/ 303 w 322"/>
              <a:gd name="T21" fmla="*/ 100 h 393"/>
              <a:gd name="T22" fmla="*/ 160 w 322"/>
              <a:gd name="T23" fmla="*/ 196 h 393"/>
              <a:gd name="T24" fmla="*/ 17 w 322"/>
              <a:gd name="T25" fmla="*/ 161 h 393"/>
              <a:gd name="T26" fmla="*/ 22 w 322"/>
              <a:gd name="T27" fmla="*/ 152 h 393"/>
              <a:gd name="T28" fmla="*/ 160 w 322"/>
              <a:gd name="T29" fmla="*/ 178 h 393"/>
              <a:gd name="T30" fmla="*/ 298 w 322"/>
              <a:gd name="T31" fmla="*/ 152 h 393"/>
              <a:gd name="T32" fmla="*/ 303 w 322"/>
              <a:gd name="T33" fmla="*/ 161 h 393"/>
              <a:gd name="T34" fmla="*/ 303 w 322"/>
              <a:gd name="T35" fmla="*/ 207 h 393"/>
              <a:gd name="T36" fmla="*/ 303 w 322"/>
              <a:gd name="T37" fmla="*/ 232 h 393"/>
              <a:gd name="T38" fmla="*/ 160 w 322"/>
              <a:gd name="T39" fmla="*/ 267 h 393"/>
              <a:gd name="T40" fmla="*/ 17 w 322"/>
              <a:gd name="T41" fmla="*/ 207 h 393"/>
              <a:gd name="T42" fmla="*/ 17 w 322"/>
              <a:gd name="T43" fmla="*/ 185 h 393"/>
              <a:gd name="T44" fmla="*/ 160 w 322"/>
              <a:gd name="T45" fmla="*/ 214 h 393"/>
              <a:gd name="T46" fmla="*/ 303 w 322"/>
              <a:gd name="T47" fmla="*/ 207 h 393"/>
              <a:gd name="T48" fmla="*/ 160 w 322"/>
              <a:gd name="T49" fmla="*/ 303 h 393"/>
              <a:gd name="T50" fmla="*/ 17 w 322"/>
              <a:gd name="T51" fmla="*/ 267 h 393"/>
              <a:gd name="T52" fmla="*/ 22 w 322"/>
              <a:gd name="T53" fmla="*/ 258 h 393"/>
              <a:gd name="T54" fmla="*/ 160 w 322"/>
              <a:gd name="T55" fmla="*/ 285 h 393"/>
              <a:gd name="T56" fmla="*/ 298 w 322"/>
              <a:gd name="T57" fmla="*/ 258 h 393"/>
              <a:gd name="T58" fmla="*/ 303 w 322"/>
              <a:gd name="T59" fmla="*/ 267 h 393"/>
              <a:gd name="T60" fmla="*/ 303 w 322"/>
              <a:gd name="T61" fmla="*/ 314 h 393"/>
              <a:gd name="T62" fmla="*/ 303 w 322"/>
              <a:gd name="T63" fmla="*/ 339 h 393"/>
              <a:gd name="T64" fmla="*/ 160 w 322"/>
              <a:gd name="T65" fmla="*/ 374 h 393"/>
              <a:gd name="T66" fmla="*/ 17 w 322"/>
              <a:gd name="T67" fmla="*/ 314 h 393"/>
              <a:gd name="T68" fmla="*/ 17 w 322"/>
              <a:gd name="T69" fmla="*/ 291 h 393"/>
              <a:gd name="T70" fmla="*/ 160 w 322"/>
              <a:gd name="T71" fmla="*/ 321 h 393"/>
              <a:gd name="T72" fmla="*/ 303 w 322"/>
              <a:gd name="T73" fmla="*/ 314 h 393"/>
              <a:gd name="T74" fmla="*/ 321 w 322"/>
              <a:gd name="T75" fmla="*/ 54 h 393"/>
              <a:gd name="T76" fmla="*/ 160 w 322"/>
              <a:gd name="T77" fmla="*/ 0 h 393"/>
              <a:gd name="T78" fmla="*/ 0 w 322"/>
              <a:gd name="T79" fmla="*/ 124 h 393"/>
              <a:gd name="T80" fmla="*/ 9 w 322"/>
              <a:gd name="T81" fmla="*/ 142 h 393"/>
              <a:gd name="T82" fmla="*/ 0 w 322"/>
              <a:gd name="T83" fmla="*/ 161 h 393"/>
              <a:gd name="T84" fmla="*/ 0 w 322"/>
              <a:gd name="T85" fmla="*/ 232 h 393"/>
              <a:gd name="T86" fmla="*/ 9 w 322"/>
              <a:gd name="T87" fmla="*/ 249 h 393"/>
              <a:gd name="T88" fmla="*/ 0 w 322"/>
              <a:gd name="T89" fmla="*/ 339 h 393"/>
              <a:gd name="T90" fmla="*/ 160 w 322"/>
              <a:gd name="T91" fmla="*/ 392 h 393"/>
              <a:gd name="T92" fmla="*/ 321 w 322"/>
              <a:gd name="T93" fmla="*/ 339 h 393"/>
              <a:gd name="T94" fmla="*/ 321 w 322"/>
              <a:gd name="T95" fmla="*/ 267 h 393"/>
              <a:gd name="T96" fmla="*/ 312 w 322"/>
              <a:gd name="T97" fmla="*/ 249 h 393"/>
              <a:gd name="T98" fmla="*/ 321 w 322"/>
              <a:gd name="T99" fmla="*/ 161 h 393"/>
              <a:gd name="T100" fmla="*/ 312 w 322"/>
              <a:gd name="T101" fmla="*/ 142 h 393"/>
              <a:gd name="T102" fmla="*/ 321 w 322"/>
              <a:gd name="T103" fmla="*/ 124 h 393"/>
            </a:gdLst>
            <a:ahLst/>
            <a:cxnLst/>
            <a:rect l="0" t="0" r="r" b="b"/>
            <a:pathLst>
              <a:path w="322" h="393">
                <a:moveTo>
                  <a:pt x="160" y="89"/>
                </a:moveTo>
                <a:lnTo>
                  <a:pt x="160" y="89"/>
                </a:lnTo>
                <a:cubicBezTo>
                  <a:pt x="82" y="89"/>
                  <a:pt x="17" y="73"/>
                  <a:pt x="17" y="54"/>
                </a:cubicBezTo>
                <a:lnTo>
                  <a:pt x="17" y="54"/>
                </a:lnTo>
                <a:cubicBezTo>
                  <a:pt x="17" y="34"/>
                  <a:pt x="82" y="18"/>
                  <a:pt x="160" y="18"/>
                </a:cubicBezTo>
                <a:lnTo>
                  <a:pt x="160" y="18"/>
                </a:lnTo>
                <a:cubicBezTo>
                  <a:pt x="239" y="18"/>
                  <a:pt x="303" y="34"/>
                  <a:pt x="303" y="54"/>
                </a:cubicBezTo>
                <a:lnTo>
                  <a:pt x="303" y="54"/>
                </a:lnTo>
                <a:cubicBezTo>
                  <a:pt x="303" y="73"/>
                  <a:pt x="239" y="89"/>
                  <a:pt x="160" y="89"/>
                </a:cubicBezTo>
                <a:close/>
                <a:moveTo>
                  <a:pt x="303" y="100"/>
                </a:moveTo>
                <a:lnTo>
                  <a:pt x="303" y="124"/>
                </a:lnTo>
                <a:lnTo>
                  <a:pt x="303" y="124"/>
                </a:lnTo>
                <a:cubicBezTo>
                  <a:pt x="303" y="145"/>
                  <a:pt x="239" y="161"/>
                  <a:pt x="160" y="161"/>
                </a:cubicBezTo>
                <a:lnTo>
                  <a:pt x="160" y="161"/>
                </a:lnTo>
                <a:cubicBezTo>
                  <a:pt x="82" y="161"/>
                  <a:pt x="17" y="145"/>
                  <a:pt x="17" y="124"/>
                </a:cubicBezTo>
                <a:lnTo>
                  <a:pt x="17" y="100"/>
                </a:lnTo>
                <a:lnTo>
                  <a:pt x="17" y="78"/>
                </a:lnTo>
                <a:lnTo>
                  <a:pt x="17" y="78"/>
                </a:lnTo>
                <a:cubicBezTo>
                  <a:pt x="44" y="95"/>
                  <a:pt x="98" y="107"/>
                  <a:pt x="160" y="107"/>
                </a:cubicBezTo>
                <a:lnTo>
                  <a:pt x="160" y="107"/>
                </a:lnTo>
                <a:cubicBezTo>
                  <a:pt x="222" y="107"/>
                  <a:pt x="276" y="95"/>
                  <a:pt x="303" y="78"/>
                </a:cubicBezTo>
                <a:lnTo>
                  <a:pt x="303" y="100"/>
                </a:lnTo>
                <a:close/>
                <a:moveTo>
                  <a:pt x="160" y="196"/>
                </a:moveTo>
                <a:lnTo>
                  <a:pt x="160" y="196"/>
                </a:lnTo>
                <a:cubicBezTo>
                  <a:pt x="82" y="196"/>
                  <a:pt x="17" y="180"/>
                  <a:pt x="17" y="161"/>
                </a:cubicBezTo>
                <a:lnTo>
                  <a:pt x="17" y="161"/>
                </a:lnTo>
                <a:cubicBezTo>
                  <a:pt x="17" y="158"/>
                  <a:pt x="19" y="154"/>
                  <a:pt x="22" y="152"/>
                </a:cubicBezTo>
                <a:lnTo>
                  <a:pt x="22" y="152"/>
                </a:lnTo>
                <a:cubicBezTo>
                  <a:pt x="50" y="167"/>
                  <a:pt x="101" y="178"/>
                  <a:pt x="160" y="178"/>
                </a:cubicBezTo>
                <a:lnTo>
                  <a:pt x="160" y="178"/>
                </a:lnTo>
                <a:cubicBezTo>
                  <a:pt x="219" y="178"/>
                  <a:pt x="271" y="167"/>
                  <a:pt x="298" y="152"/>
                </a:cubicBezTo>
                <a:lnTo>
                  <a:pt x="298" y="152"/>
                </a:lnTo>
                <a:cubicBezTo>
                  <a:pt x="301" y="154"/>
                  <a:pt x="303" y="158"/>
                  <a:pt x="303" y="161"/>
                </a:cubicBezTo>
                <a:lnTo>
                  <a:pt x="303" y="161"/>
                </a:lnTo>
                <a:cubicBezTo>
                  <a:pt x="303" y="180"/>
                  <a:pt x="239" y="196"/>
                  <a:pt x="160" y="196"/>
                </a:cubicBezTo>
                <a:close/>
                <a:moveTo>
                  <a:pt x="303" y="207"/>
                </a:moveTo>
                <a:lnTo>
                  <a:pt x="303" y="232"/>
                </a:lnTo>
                <a:lnTo>
                  <a:pt x="303" y="232"/>
                </a:lnTo>
                <a:cubicBezTo>
                  <a:pt x="303" y="251"/>
                  <a:pt x="239" y="267"/>
                  <a:pt x="160" y="267"/>
                </a:cubicBezTo>
                <a:lnTo>
                  <a:pt x="160" y="267"/>
                </a:lnTo>
                <a:cubicBezTo>
                  <a:pt x="82" y="267"/>
                  <a:pt x="17" y="251"/>
                  <a:pt x="17" y="232"/>
                </a:cubicBezTo>
                <a:lnTo>
                  <a:pt x="17" y="207"/>
                </a:lnTo>
                <a:lnTo>
                  <a:pt x="17" y="185"/>
                </a:lnTo>
                <a:lnTo>
                  <a:pt x="17" y="185"/>
                </a:lnTo>
                <a:cubicBezTo>
                  <a:pt x="44" y="202"/>
                  <a:pt x="98" y="214"/>
                  <a:pt x="160" y="214"/>
                </a:cubicBezTo>
                <a:lnTo>
                  <a:pt x="160" y="214"/>
                </a:lnTo>
                <a:cubicBezTo>
                  <a:pt x="222" y="214"/>
                  <a:pt x="276" y="202"/>
                  <a:pt x="303" y="185"/>
                </a:cubicBezTo>
                <a:lnTo>
                  <a:pt x="303" y="207"/>
                </a:lnTo>
                <a:close/>
                <a:moveTo>
                  <a:pt x="160" y="303"/>
                </a:moveTo>
                <a:lnTo>
                  <a:pt x="160" y="303"/>
                </a:lnTo>
                <a:cubicBezTo>
                  <a:pt x="82" y="303"/>
                  <a:pt x="17" y="287"/>
                  <a:pt x="17" y="267"/>
                </a:cubicBezTo>
                <a:lnTo>
                  <a:pt x="17" y="267"/>
                </a:lnTo>
                <a:cubicBezTo>
                  <a:pt x="17" y="265"/>
                  <a:pt x="19" y="262"/>
                  <a:pt x="22" y="258"/>
                </a:cubicBezTo>
                <a:lnTo>
                  <a:pt x="22" y="258"/>
                </a:lnTo>
                <a:cubicBezTo>
                  <a:pt x="50" y="274"/>
                  <a:pt x="101" y="285"/>
                  <a:pt x="160" y="285"/>
                </a:cubicBezTo>
                <a:lnTo>
                  <a:pt x="160" y="285"/>
                </a:lnTo>
                <a:cubicBezTo>
                  <a:pt x="219" y="285"/>
                  <a:pt x="271" y="274"/>
                  <a:pt x="298" y="258"/>
                </a:cubicBezTo>
                <a:lnTo>
                  <a:pt x="298" y="258"/>
                </a:lnTo>
                <a:cubicBezTo>
                  <a:pt x="301" y="262"/>
                  <a:pt x="303" y="265"/>
                  <a:pt x="303" y="267"/>
                </a:cubicBezTo>
                <a:lnTo>
                  <a:pt x="303" y="267"/>
                </a:lnTo>
                <a:cubicBezTo>
                  <a:pt x="303" y="287"/>
                  <a:pt x="239" y="303"/>
                  <a:pt x="160" y="303"/>
                </a:cubicBezTo>
                <a:close/>
                <a:moveTo>
                  <a:pt x="303" y="314"/>
                </a:moveTo>
                <a:lnTo>
                  <a:pt x="303" y="339"/>
                </a:lnTo>
                <a:lnTo>
                  <a:pt x="303" y="339"/>
                </a:lnTo>
                <a:cubicBezTo>
                  <a:pt x="303" y="358"/>
                  <a:pt x="239" y="374"/>
                  <a:pt x="160" y="374"/>
                </a:cubicBezTo>
                <a:lnTo>
                  <a:pt x="160" y="374"/>
                </a:lnTo>
                <a:cubicBezTo>
                  <a:pt x="82" y="374"/>
                  <a:pt x="17" y="358"/>
                  <a:pt x="17" y="339"/>
                </a:cubicBezTo>
                <a:lnTo>
                  <a:pt x="17" y="314"/>
                </a:lnTo>
                <a:lnTo>
                  <a:pt x="17" y="291"/>
                </a:lnTo>
                <a:lnTo>
                  <a:pt x="17" y="291"/>
                </a:lnTo>
                <a:cubicBezTo>
                  <a:pt x="44" y="309"/>
                  <a:pt x="98" y="321"/>
                  <a:pt x="160" y="321"/>
                </a:cubicBezTo>
                <a:lnTo>
                  <a:pt x="160" y="321"/>
                </a:lnTo>
                <a:cubicBezTo>
                  <a:pt x="222" y="321"/>
                  <a:pt x="276" y="309"/>
                  <a:pt x="303" y="291"/>
                </a:cubicBezTo>
                <a:lnTo>
                  <a:pt x="303" y="314"/>
                </a:lnTo>
                <a:close/>
                <a:moveTo>
                  <a:pt x="321" y="54"/>
                </a:moveTo>
                <a:lnTo>
                  <a:pt x="321" y="54"/>
                </a:lnTo>
                <a:cubicBezTo>
                  <a:pt x="321" y="24"/>
                  <a:pt x="249" y="0"/>
                  <a:pt x="160" y="0"/>
                </a:cubicBezTo>
                <a:lnTo>
                  <a:pt x="160" y="0"/>
                </a:lnTo>
                <a:cubicBezTo>
                  <a:pt x="72" y="0"/>
                  <a:pt x="0" y="24"/>
                  <a:pt x="0" y="54"/>
                </a:cubicBezTo>
                <a:lnTo>
                  <a:pt x="0" y="124"/>
                </a:lnTo>
                <a:lnTo>
                  <a:pt x="0" y="124"/>
                </a:lnTo>
                <a:cubicBezTo>
                  <a:pt x="0" y="131"/>
                  <a:pt x="3" y="137"/>
                  <a:pt x="9" y="142"/>
                </a:cubicBezTo>
                <a:lnTo>
                  <a:pt x="9" y="142"/>
                </a:lnTo>
                <a:cubicBezTo>
                  <a:pt x="3" y="148"/>
                  <a:pt x="0" y="154"/>
                  <a:pt x="0" y="161"/>
                </a:cubicBezTo>
                <a:lnTo>
                  <a:pt x="0" y="232"/>
                </a:lnTo>
                <a:lnTo>
                  <a:pt x="0" y="232"/>
                </a:lnTo>
                <a:cubicBezTo>
                  <a:pt x="0" y="238"/>
                  <a:pt x="3" y="244"/>
                  <a:pt x="9" y="249"/>
                </a:cubicBezTo>
                <a:lnTo>
                  <a:pt x="9" y="249"/>
                </a:lnTo>
                <a:cubicBezTo>
                  <a:pt x="3" y="255"/>
                  <a:pt x="0" y="261"/>
                  <a:pt x="0" y="267"/>
                </a:cubicBezTo>
                <a:lnTo>
                  <a:pt x="0" y="339"/>
                </a:lnTo>
                <a:lnTo>
                  <a:pt x="0" y="339"/>
                </a:lnTo>
                <a:cubicBezTo>
                  <a:pt x="0" y="368"/>
                  <a:pt x="72" y="392"/>
                  <a:pt x="160" y="392"/>
                </a:cubicBezTo>
                <a:lnTo>
                  <a:pt x="160" y="392"/>
                </a:lnTo>
                <a:cubicBezTo>
                  <a:pt x="249" y="392"/>
                  <a:pt x="321" y="368"/>
                  <a:pt x="321" y="339"/>
                </a:cubicBezTo>
                <a:lnTo>
                  <a:pt x="321" y="267"/>
                </a:lnTo>
                <a:lnTo>
                  <a:pt x="321" y="267"/>
                </a:lnTo>
                <a:cubicBezTo>
                  <a:pt x="321" y="261"/>
                  <a:pt x="317" y="255"/>
                  <a:pt x="312" y="249"/>
                </a:cubicBezTo>
                <a:lnTo>
                  <a:pt x="312" y="249"/>
                </a:lnTo>
                <a:cubicBezTo>
                  <a:pt x="317" y="244"/>
                  <a:pt x="321" y="238"/>
                  <a:pt x="321" y="232"/>
                </a:cubicBezTo>
                <a:lnTo>
                  <a:pt x="321" y="161"/>
                </a:lnTo>
                <a:lnTo>
                  <a:pt x="321" y="161"/>
                </a:lnTo>
                <a:cubicBezTo>
                  <a:pt x="321" y="154"/>
                  <a:pt x="317" y="148"/>
                  <a:pt x="312" y="142"/>
                </a:cubicBezTo>
                <a:lnTo>
                  <a:pt x="312" y="142"/>
                </a:lnTo>
                <a:cubicBezTo>
                  <a:pt x="317" y="137"/>
                  <a:pt x="321" y="131"/>
                  <a:pt x="321" y="124"/>
                </a:cubicBezTo>
                <a:lnTo>
                  <a:pt x="321" y="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solidFill>
                <a:schemeClr val="tx2"/>
              </a:solidFill>
              <a:latin typeface="DM Sans"/>
              <a:ea typeface="DM Sans"/>
              <a:cs typeface="DM Sans"/>
            </a:endParaRPr>
          </a:p>
        </p:txBody>
      </p:sp>
      <p:sp>
        <p:nvSpPr>
          <p:cNvPr id="46" name="Freeform 280">
            <a:extLst>
              <a:ext uri="{FF2B5EF4-FFF2-40B4-BE49-F238E27FC236}">
                <a16:creationId xmlns:a16="http://schemas.microsoft.com/office/drawing/2014/main" id="{14160491-84A3-B94C-A0C1-ADE7DA02739A}"/>
              </a:ext>
            </a:extLst>
          </p:cNvPr>
          <p:cNvSpPr>
            <a:spLocks noGrp="1"/>
          </p:cNvSpPr>
          <p:nvPr/>
        </p:nvSpPr>
        <p:spPr>
          <a:xfrm>
            <a:off x="10617812" y="4281306"/>
            <a:ext cx="1571011" cy="5531496"/>
          </a:xfrm>
          <a:custGeom>
            <a:avLst/>
            <a:gdLst>
              <a:gd name="T0" fmla="*/ 1259 w 1260"/>
              <a:gd name="T1" fmla="*/ 4440 h 4441"/>
              <a:gd name="T2" fmla="*/ 1259 w 1260"/>
              <a:gd name="T3" fmla="*/ 4440 h 4441"/>
              <a:gd name="T4" fmla="*/ 1139 w 1260"/>
              <a:gd name="T5" fmla="*/ 0 h 4441"/>
            </a:gdLst>
            <a:ahLst/>
            <a:cxnLst/>
            <a:rect l="0" t="0" r="r" b="b"/>
            <a:pathLst>
              <a:path w="1260" h="4441">
                <a:moveTo>
                  <a:pt x="1259" y="4440"/>
                </a:moveTo>
                <a:lnTo>
                  <a:pt x="1259" y="4440"/>
                </a:lnTo>
                <a:cubicBezTo>
                  <a:pt x="39" y="3220"/>
                  <a:pt x="0" y="1268"/>
                  <a:pt x="1139" y="0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txBody>
          <a:bodyPr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47" name="Freeform 281">
            <a:extLst>
              <a:ext uri="{FF2B5EF4-FFF2-40B4-BE49-F238E27FC236}">
                <a16:creationId xmlns:a16="http://schemas.microsoft.com/office/drawing/2014/main" id="{B9F4338B-ADCB-8348-A714-9498669B4B5E}"/>
              </a:ext>
            </a:extLst>
          </p:cNvPr>
          <p:cNvSpPr>
            <a:spLocks noGrp="1"/>
          </p:cNvSpPr>
          <p:nvPr/>
        </p:nvSpPr>
        <p:spPr>
          <a:xfrm>
            <a:off x="11892196" y="4127504"/>
            <a:ext cx="291133" cy="296624"/>
          </a:xfrm>
          <a:custGeom>
            <a:avLst/>
            <a:gdLst>
              <a:gd name="T0" fmla="*/ 178 w 233"/>
              <a:gd name="T1" fmla="*/ 237 h 238"/>
              <a:gd name="T2" fmla="*/ 232 w 233"/>
              <a:gd name="T3" fmla="*/ 0 h 238"/>
              <a:gd name="T4" fmla="*/ 0 w 233"/>
              <a:gd name="T5" fmla="*/ 71 h 238"/>
              <a:gd name="T6" fmla="*/ 178 w 233"/>
              <a:gd name="T7" fmla="*/ 237 h 238"/>
            </a:gdLst>
            <a:ahLst/>
            <a:cxnLst/>
            <a:rect l="0" t="0" r="r" b="b"/>
            <a:pathLst>
              <a:path w="233" h="238">
                <a:moveTo>
                  <a:pt x="178" y="237"/>
                </a:moveTo>
                <a:lnTo>
                  <a:pt x="232" y="0"/>
                </a:lnTo>
                <a:lnTo>
                  <a:pt x="0" y="71"/>
                </a:lnTo>
                <a:lnTo>
                  <a:pt x="178" y="237"/>
                </a:ln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48" name="Freeform 282">
            <a:extLst>
              <a:ext uri="{FF2B5EF4-FFF2-40B4-BE49-F238E27FC236}">
                <a16:creationId xmlns:a16="http://schemas.microsoft.com/office/drawing/2014/main" id="{4285BDF6-46F4-7949-A105-1B31A6DAAD95}"/>
              </a:ext>
            </a:extLst>
          </p:cNvPr>
          <p:cNvSpPr>
            <a:spLocks noGrp="1"/>
          </p:cNvSpPr>
          <p:nvPr/>
        </p:nvSpPr>
        <p:spPr>
          <a:xfrm>
            <a:off x="20955726" y="4127501"/>
            <a:ext cx="1571011" cy="5531496"/>
          </a:xfrm>
          <a:custGeom>
            <a:avLst/>
            <a:gdLst>
              <a:gd name="T0" fmla="*/ 0 w 1261"/>
              <a:gd name="T1" fmla="*/ 0 h 4441"/>
              <a:gd name="T2" fmla="*/ 0 w 1261"/>
              <a:gd name="T3" fmla="*/ 0 h 4441"/>
              <a:gd name="T4" fmla="*/ 121 w 1261"/>
              <a:gd name="T5" fmla="*/ 4440 h 4441"/>
            </a:gdLst>
            <a:ahLst/>
            <a:cxnLst/>
            <a:rect l="0" t="0" r="r" b="b"/>
            <a:pathLst>
              <a:path w="1261" h="4441">
                <a:moveTo>
                  <a:pt x="0" y="0"/>
                </a:moveTo>
                <a:lnTo>
                  <a:pt x="0" y="0"/>
                </a:lnTo>
                <a:cubicBezTo>
                  <a:pt x="1220" y="1220"/>
                  <a:pt x="1260" y="3172"/>
                  <a:pt x="121" y="4440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txBody>
          <a:bodyPr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49" name="Freeform 283">
            <a:extLst>
              <a:ext uri="{FF2B5EF4-FFF2-40B4-BE49-F238E27FC236}">
                <a16:creationId xmlns:a16="http://schemas.microsoft.com/office/drawing/2014/main" id="{1F8FCB20-DA55-344C-AF4A-4479E7817076}"/>
              </a:ext>
            </a:extLst>
          </p:cNvPr>
          <p:cNvSpPr>
            <a:spLocks noGrp="1"/>
          </p:cNvSpPr>
          <p:nvPr/>
        </p:nvSpPr>
        <p:spPr>
          <a:xfrm>
            <a:off x="20955723" y="9521676"/>
            <a:ext cx="291133" cy="296624"/>
          </a:xfrm>
          <a:custGeom>
            <a:avLst/>
            <a:gdLst>
              <a:gd name="T0" fmla="*/ 55 w 234"/>
              <a:gd name="T1" fmla="*/ 0 h 238"/>
              <a:gd name="T2" fmla="*/ 0 w 234"/>
              <a:gd name="T3" fmla="*/ 237 h 238"/>
              <a:gd name="T4" fmla="*/ 233 w 234"/>
              <a:gd name="T5" fmla="*/ 167 h 238"/>
              <a:gd name="T6" fmla="*/ 55 w 234"/>
              <a:gd name="T7" fmla="*/ 0 h 238"/>
            </a:gdLst>
            <a:ahLst/>
            <a:cxnLst/>
            <a:rect l="0" t="0" r="r" b="b"/>
            <a:pathLst>
              <a:path w="234" h="238">
                <a:moveTo>
                  <a:pt x="55" y="0"/>
                </a:moveTo>
                <a:lnTo>
                  <a:pt x="0" y="237"/>
                </a:lnTo>
                <a:lnTo>
                  <a:pt x="233" y="167"/>
                </a:lnTo>
                <a:lnTo>
                  <a:pt x="55" y="0"/>
                </a:ln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DM Sans"/>
              <a:ea typeface="DM Sans"/>
              <a:cs typeface="DM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8A6DC-D23C-6C4D-BDB7-D11B7C0F0909}"/>
              </a:ext>
            </a:extLst>
          </p:cNvPr>
          <p:cNvSpPr>
            <a:spLocks noGrp="1"/>
          </p:cNvSpPr>
          <p:nvPr/>
        </p:nvSpPr>
        <p:spPr>
          <a:xfrm>
            <a:off x="138903" y="164481"/>
            <a:ext cx="6688691" cy="1127873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5000" b="1" spc="-29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Manage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1BEE5D-2320-2446-AA51-A0CCDE7472B3}"/>
              </a:ext>
            </a:extLst>
          </p:cNvPr>
          <p:cNvSpPr>
            <a:spLocks noGrp="1"/>
          </p:cNvSpPr>
          <p:nvPr/>
        </p:nvSpPr>
        <p:spPr>
          <a:xfrm>
            <a:off x="138903" y="1401464"/>
            <a:ext cx="6965689" cy="5796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3840"/>
              </a:lnSpc>
              <a:buNone/>
            </a:pPr>
            <a:r>
              <a:rPr sz="3200" spc="-130">
                <a:latin typeface="Poppins"/>
                <a:ea typeface="Poppins"/>
                <a:cs typeface="Poppins"/>
              </a:rPr>
              <a:t>Driving Accountability &amp; Productivity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C9D85C-A41F-D04E-BAD6-35861A487064}"/>
              </a:ext>
            </a:extLst>
          </p:cNvPr>
          <p:cNvSpPr>
            <a:spLocks noGrp="1"/>
          </p:cNvSpPr>
          <p:nvPr/>
        </p:nvSpPr>
        <p:spPr>
          <a:xfrm>
            <a:off x="13654948" y="6351140"/>
            <a:ext cx="849913" cy="123110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7400" b="1" spc="-30">
                <a:solidFill>
                  <a:schemeClr val="bg1"/>
                </a:solidFill>
                <a:latin typeface="DM Sans"/>
                <a:ea typeface="DM Sans"/>
                <a:cs typeface="DM Sans"/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C7AC16-87FE-3D4E-B0CD-C8236106F97A}"/>
              </a:ext>
            </a:extLst>
          </p:cNvPr>
          <p:cNvSpPr>
            <a:spLocks noGrp="1"/>
          </p:cNvSpPr>
          <p:nvPr/>
        </p:nvSpPr>
        <p:spPr>
          <a:xfrm>
            <a:off x="15095236" y="4265830"/>
            <a:ext cx="780342" cy="12194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7400" b="1" spc="-30">
                <a:solidFill>
                  <a:schemeClr val="bg1"/>
                </a:solidFill>
                <a:latin typeface="DM Sans"/>
                <a:ea typeface="DM Sans"/>
                <a:cs typeface="DM Sans"/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A9FD8A-BD97-024B-80E8-B8B73B3CD8C4}"/>
              </a:ext>
            </a:extLst>
          </p:cNvPr>
          <p:cNvSpPr>
            <a:spLocks noGrp="1"/>
          </p:cNvSpPr>
          <p:nvPr/>
        </p:nvSpPr>
        <p:spPr>
          <a:xfrm>
            <a:off x="17370856" y="4211225"/>
            <a:ext cx="879729" cy="12194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7400" b="1" spc="-30">
                <a:solidFill>
                  <a:schemeClr val="bg1"/>
                </a:solidFill>
                <a:latin typeface="DM Sans"/>
                <a:ea typeface="DM Sans"/>
                <a:cs typeface="DM Sans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EA76CD-19C5-E049-AAD4-F1EB461D0263}"/>
              </a:ext>
            </a:extLst>
          </p:cNvPr>
          <p:cNvSpPr>
            <a:spLocks noGrp="1"/>
          </p:cNvSpPr>
          <p:nvPr/>
        </p:nvSpPr>
        <p:spPr>
          <a:xfrm>
            <a:off x="18634657" y="6376323"/>
            <a:ext cx="849913" cy="123110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7400" b="1" spc="-30">
                <a:solidFill>
                  <a:schemeClr val="bg1"/>
                </a:solidFill>
                <a:latin typeface="DM Sans"/>
                <a:ea typeface="DM Sans"/>
                <a:cs typeface="DM Sans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BD859D-23E1-AD42-8297-3D6ED98624F9}"/>
              </a:ext>
            </a:extLst>
          </p:cNvPr>
          <p:cNvSpPr>
            <a:spLocks noGrp="1"/>
          </p:cNvSpPr>
          <p:nvPr/>
        </p:nvSpPr>
        <p:spPr>
          <a:xfrm>
            <a:off x="17446197" y="8520024"/>
            <a:ext cx="729046" cy="12194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7400" b="1" spc="-30">
                <a:solidFill>
                  <a:schemeClr val="bg1"/>
                </a:solidFill>
                <a:latin typeface="DM Sans"/>
                <a:ea typeface="DM Sans"/>
                <a:cs typeface="DM Sans"/>
              </a:rPr>
              <a:t>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9AC305-0E64-B549-AE41-68D2CB0434BF}"/>
              </a:ext>
            </a:extLst>
          </p:cNvPr>
          <p:cNvSpPr>
            <a:spLocks noGrp="1"/>
          </p:cNvSpPr>
          <p:nvPr/>
        </p:nvSpPr>
        <p:spPr>
          <a:xfrm>
            <a:off x="15060873" y="8390627"/>
            <a:ext cx="703398" cy="12194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7400" b="1" spc="-30">
                <a:solidFill>
                  <a:schemeClr val="bg1"/>
                </a:solidFill>
                <a:latin typeface="DM Sans"/>
                <a:ea typeface="DM Sans"/>
                <a:cs typeface="DM Sans"/>
              </a:rPr>
              <a:t>F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4D91F4-77E6-EDE6-D1D7-4748753631B7}"/>
              </a:ext>
            </a:extLst>
          </p:cNvPr>
          <p:cNvSpPr>
            <a:spLocks noGrp="1"/>
          </p:cNvSpPr>
          <p:nvPr/>
        </p:nvSpPr>
        <p:spPr>
          <a:xfrm>
            <a:off x="1816445" y="3019754"/>
            <a:ext cx="3333605" cy="646331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Key activities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E9CC3C-BCED-5927-16C1-4DD5529C3227}"/>
              </a:ext>
            </a:extLst>
          </p:cNvPr>
          <p:cNvSpPr>
            <a:spLocks noGrp="1"/>
          </p:cNvSpPr>
          <p:nvPr/>
        </p:nvSpPr>
        <p:spPr>
          <a:xfrm>
            <a:off x="1466218" y="4044915"/>
            <a:ext cx="8216279" cy="589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buFont typeface="Arial"/>
              <a:buChar char="•"/>
            </a:pPr>
            <a:r>
              <a:rPr sz="260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Business target alignment and KPI/OKR cascading</a:t>
            </a:r>
            <a:endParaRPr sz="2600" spc="-30">
              <a:solidFill>
                <a:srgbClr val="002060"/>
              </a:solidFill>
              <a:latin typeface="Poppins"/>
              <a:ea typeface="Poppins"/>
              <a:cs typeface="Poppins"/>
            </a:endParaRPr>
          </a:p>
          <a:p>
            <a:pPr marL="457200" indent="-457200">
              <a:lnSpc>
                <a:spcPct val="100000"/>
              </a:lnSpc>
              <a:buFont typeface="Arial"/>
              <a:buChar char="•"/>
            </a:pPr>
            <a:r>
              <a:rPr sz="260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Monthly and quarterly performance tracking and reporting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H1 and H2 performance appraisals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Continuous feedback, coaching and performance calibration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Recognition and reward of high performance</a:t>
            </a:r>
          </a:p>
          <a:p>
            <a:pPr marL="457200" indent="-457200">
              <a:lnSpc>
                <a:spcPct val="100000"/>
              </a:lnSpc>
              <a:buFont typeface="Arial"/>
              <a:buChar char="•"/>
            </a:pPr>
            <a:r>
              <a:rPr sz="260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Underperformance management (PIP), supported by performance analytics and departmental dashboards</a:t>
            </a:r>
            <a:endParaRPr sz="2600" spc="-30">
              <a:solidFill>
                <a:srgbClr val="00206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16A2C1-8D25-ABD6-F903-8C7D0A884DAA}"/>
              </a:ext>
            </a:extLst>
          </p:cNvPr>
          <p:cNvSpPr>
            <a:spLocks noGrp="1"/>
          </p:cNvSpPr>
          <p:nvPr/>
        </p:nvSpPr>
        <p:spPr>
          <a:xfrm>
            <a:off x="1466218" y="12002641"/>
            <a:ext cx="20399570" cy="53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buNone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Clear accountability • Stronger execution • Direct linkage between individual and business performance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D2AF2B3-CB8E-3EF6-ED42-E684D22F36B5}"/>
              </a:ext>
            </a:extLst>
          </p:cNvPr>
          <p:cNvSpPr>
            <a:spLocks noGrp="1"/>
          </p:cNvSpPr>
          <p:nvPr/>
        </p:nvSpPr>
        <p:spPr>
          <a:xfrm>
            <a:off x="1816445" y="11071616"/>
            <a:ext cx="4547399" cy="646331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Business Outcome</a:t>
            </a:r>
          </a:p>
        </p:txBody>
      </p:sp>
      <p:pic>
        <p:nvPicPr>
          <p:cNvPr id="94" name="Picture 9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336000" y="12573000"/>
            <a:ext cx="3048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9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">
            <a:extLst>
              <a:ext uri="{FF2B5EF4-FFF2-40B4-BE49-F238E27FC236}">
                <a16:creationId xmlns:a16="http://schemas.microsoft.com/office/drawing/2014/main" id="{E718F682-1B14-F546-8589-F17667C541A1}"/>
              </a:ext>
            </a:extLst>
          </p:cNvPr>
          <p:cNvSpPr>
            <a:spLocks noGrp="1"/>
          </p:cNvSpPr>
          <p:nvPr/>
        </p:nvSpPr>
        <p:spPr>
          <a:xfrm>
            <a:off x="18253022" y="5100772"/>
            <a:ext cx="3251818" cy="2169708"/>
          </a:xfrm>
          <a:custGeom>
            <a:avLst/>
            <a:gdLst>
              <a:gd name="T0" fmla="*/ 2611 w 2612"/>
              <a:gd name="T1" fmla="*/ 871 h 1743"/>
              <a:gd name="T2" fmla="*/ 1967 w 2612"/>
              <a:gd name="T3" fmla="*/ 0 h 1743"/>
              <a:gd name="T4" fmla="*/ 1967 w 2612"/>
              <a:gd name="T5" fmla="*/ 200 h 1743"/>
              <a:gd name="T6" fmla="*/ 713 w 2612"/>
              <a:gd name="T7" fmla="*/ 200 h 1743"/>
              <a:gd name="T8" fmla="*/ 0 w 2612"/>
              <a:gd name="T9" fmla="*/ 1541 h 1743"/>
              <a:gd name="T10" fmla="*/ 1967 w 2612"/>
              <a:gd name="T11" fmla="*/ 1541 h 1743"/>
              <a:gd name="T12" fmla="*/ 1967 w 2612"/>
              <a:gd name="T13" fmla="*/ 1742 h 1743"/>
              <a:gd name="T14" fmla="*/ 2611 w 2612"/>
              <a:gd name="T15" fmla="*/ 871 h 1743"/>
            </a:gdLst>
            <a:ahLst/>
            <a:cxnLst/>
            <a:rect l="0" t="0" r="r" b="b"/>
            <a:pathLst>
              <a:path w="2612" h="1743">
                <a:moveTo>
                  <a:pt x="2611" y="871"/>
                </a:moveTo>
                <a:lnTo>
                  <a:pt x="1967" y="0"/>
                </a:lnTo>
                <a:lnTo>
                  <a:pt x="1967" y="200"/>
                </a:lnTo>
                <a:lnTo>
                  <a:pt x="713" y="200"/>
                </a:lnTo>
                <a:lnTo>
                  <a:pt x="0" y="1541"/>
                </a:lnTo>
                <a:lnTo>
                  <a:pt x="1967" y="1541"/>
                </a:lnTo>
                <a:lnTo>
                  <a:pt x="1967" y="1742"/>
                </a:lnTo>
                <a:lnTo>
                  <a:pt x="2611" y="871"/>
                </a:ln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5C5D7D92-6662-264B-873F-87C50372AEB4}"/>
              </a:ext>
            </a:extLst>
          </p:cNvPr>
          <p:cNvSpPr>
            <a:spLocks noGrp="1"/>
          </p:cNvSpPr>
          <p:nvPr/>
        </p:nvSpPr>
        <p:spPr>
          <a:xfrm>
            <a:off x="12869944" y="5100772"/>
            <a:ext cx="3257313" cy="2169708"/>
          </a:xfrm>
          <a:custGeom>
            <a:avLst/>
            <a:gdLst>
              <a:gd name="T0" fmla="*/ 2612 w 2613"/>
              <a:gd name="T1" fmla="*/ 871 h 1743"/>
              <a:gd name="T2" fmla="*/ 1967 w 2613"/>
              <a:gd name="T3" fmla="*/ 0 h 1743"/>
              <a:gd name="T4" fmla="*/ 1967 w 2613"/>
              <a:gd name="T5" fmla="*/ 200 h 1743"/>
              <a:gd name="T6" fmla="*/ 714 w 2613"/>
              <a:gd name="T7" fmla="*/ 200 h 1743"/>
              <a:gd name="T8" fmla="*/ 0 w 2613"/>
              <a:gd name="T9" fmla="*/ 1541 h 1743"/>
              <a:gd name="T10" fmla="*/ 1967 w 2613"/>
              <a:gd name="T11" fmla="*/ 1541 h 1743"/>
              <a:gd name="T12" fmla="*/ 1967 w 2613"/>
              <a:gd name="T13" fmla="*/ 1742 h 1743"/>
              <a:gd name="T14" fmla="*/ 2612 w 2613"/>
              <a:gd name="T15" fmla="*/ 871 h 1743"/>
            </a:gdLst>
            <a:ahLst/>
            <a:cxnLst/>
            <a:rect l="0" t="0" r="r" b="b"/>
            <a:pathLst>
              <a:path w="2613" h="1743">
                <a:moveTo>
                  <a:pt x="2612" y="871"/>
                </a:moveTo>
                <a:lnTo>
                  <a:pt x="1967" y="0"/>
                </a:lnTo>
                <a:lnTo>
                  <a:pt x="1967" y="200"/>
                </a:lnTo>
                <a:lnTo>
                  <a:pt x="714" y="200"/>
                </a:lnTo>
                <a:lnTo>
                  <a:pt x="0" y="1541"/>
                </a:lnTo>
                <a:lnTo>
                  <a:pt x="1967" y="1541"/>
                </a:lnTo>
                <a:lnTo>
                  <a:pt x="1967" y="1742"/>
                </a:lnTo>
                <a:lnTo>
                  <a:pt x="2612" y="871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1" name="Freeform 68">
            <a:extLst>
              <a:ext uri="{FF2B5EF4-FFF2-40B4-BE49-F238E27FC236}">
                <a16:creationId xmlns:a16="http://schemas.microsoft.com/office/drawing/2014/main" id="{A6E5330A-C367-1545-9E0C-55C322A49470}"/>
              </a:ext>
            </a:extLst>
          </p:cNvPr>
          <p:cNvSpPr>
            <a:spLocks noGrp="1"/>
          </p:cNvSpPr>
          <p:nvPr/>
        </p:nvSpPr>
        <p:spPr>
          <a:xfrm>
            <a:off x="2103789" y="5100772"/>
            <a:ext cx="3257313" cy="2169708"/>
          </a:xfrm>
          <a:custGeom>
            <a:avLst/>
            <a:gdLst>
              <a:gd name="T0" fmla="*/ 2612 w 2613"/>
              <a:gd name="T1" fmla="*/ 871 h 1743"/>
              <a:gd name="T2" fmla="*/ 1967 w 2613"/>
              <a:gd name="T3" fmla="*/ 0 h 1743"/>
              <a:gd name="T4" fmla="*/ 1967 w 2613"/>
              <a:gd name="T5" fmla="*/ 200 h 1743"/>
              <a:gd name="T6" fmla="*/ 713 w 2613"/>
              <a:gd name="T7" fmla="*/ 200 h 1743"/>
              <a:gd name="T8" fmla="*/ 0 w 2613"/>
              <a:gd name="T9" fmla="*/ 1541 h 1743"/>
              <a:gd name="T10" fmla="*/ 1967 w 2613"/>
              <a:gd name="T11" fmla="*/ 1541 h 1743"/>
              <a:gd name="T12" fmla="*/ 1967 w 2613"/>
              <a:gd name="T13" fmla="*/ 1742 h 1743"/>
              <a:gd name="T14" fmla="*/ 2612 w 2613"/>
              <a:gd name="T15" fmla="*/ 871 h 1743"/>
            </a:gdLst>
            <a:ahLst/>
            <a:cxnLst/>
            <a:rect l="0" t="0" r="r" b="b"/>
            <a:pathLst>
              <a:path w="2613" h="1743">
                <a:moveTo>
                  <a:pt x="2612" y="871"/>
                </a:moveTo>
                <a:lnTo>
                  <a:pt x="1967" y="0"/>
                </a:lnTo>
                <a:lnTo>
                  <a:pt x="1967" y="200"/>
                </a:lnTo>
                <a:lnTo>
                  <a:pt x="713" y="200"/>
                </a:lnTo>
                <a:lnTo>
                  <a:pt x="0" y="1541"/>
                </a:lnTo>
                <a:lnTo>
                  <a:pt x="1967" y="1541"/>
                </a:lnTo>
                <a:lnTo>
                  <a:pt x="1967" y="1742"/>
                </a:lnTo>
                <a:lnTo>
                  <a:pt x="2612" y="871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2" name="Freeform 357">
            <a:extLst>
              <a:ext uri="{FF2B5EF4-FFF2-40B4-BE49-F238E27FC236}">
                <a16:creationId xmlns:a16="http://schemas.microsoft.com/office/drawing/2014/main" id="{37FF02F5-3625-FC46-BE35-C9BED1BABF02}"/>
              </a:ext>
            </a:extLst>
          </p:cNvPr>
          <p:cNvSpPr>
            <a:spLocks noGrp="1"/>
          </p:cNvSpPr>
          <p:nvPr/>
        </p:nvSpPr>
        <p:spPr>
          <a:xfrm>
            <a:off x="3438578" y="5776402"/>
            <a:ext cx="670138" cy="818449"/>
          </a:xfrm>
          <a:custGeom>
            <a:avLst/>
            <a:gdLst>
              <a:gd name="T0" fmla="*/ 432 w 538"/>
              <a:gd name="T1" fmla="*/ 417 h 656"/>
              <a:gd name="T2" fmla="*/ 447 w 538"/>
              <a:gd name="T3" fmla="*/ 402 h 656"/>
              <a:gd name="T4" fmla="*/ 432 w 538"/>
              <a:gd name="T5" fmla="*/ 387 h 656"/>
              <a:gd name="T6" fmla="*/ 104 w 538"/>
              <a:gd name="T7" fmla="*/ 387 h 656"/>
              <a:gd name="T8" fmla="*/ 89 w 538"/>
              <a:gd name="T9" fmla="*/ 402 h 656"/>
              <a:gd name="T10" fmla="*/ 104 w 538"/>
              <a:gd name="T11" fmla="*/ 506 h 656"/>
              <a:gd name="T12" fmla="*/ 373 w 538"/>
              <a:gd name="T13" fmla="*/ 506 h 656"/>
              <a:gd name="T14" fmla="*/ 387 w 538"/>
              <a:gd name="T15" fmla="*/ 491 h 656"/>
              <a:gd name="T16" fmla="*/ 104 w 538"/>
              <a:gd name="T17" fmla="*/ 476 h 656"/>
              <a:gd name="T18" fmla="*/ 89 w 538"/>
              <a:gd name="T19" fmla="*/ 491 h 656"/>
              <a:gd name="T20" fmla="*/ 104 w 538"/>
              <a:gd name="T21" fmla="*/ 506 h 656"/>
              <a:gd name="T22" fmla="*/ 30 w 538"/>
              <a:gd name="T23" fmla="*/ 179 h 656"/>
              <a:gd name="T24" fmla="*/ 149 w 538"/>
              <a:gd name="T25" fmla="*/ 119 h 656"/>
              <a:gd name="T26" fmla="*/ 179 w 538"/>
              <a:gd name="T27" fmla="*/ 149 h 656"/>
              <a:gd name="T28" fmla="*/ 358 w 538"/>
              <a:gd name="T29" fmla="*/ 149 h 656"/>
              <a:gd name="T30" fmla="*/ 507 w 538"/>
              <a:gd name="T31" fmla="*/ 119 h 656"/>
              <a:gd name="T32" fmla="*/ 507 w 538"/>
              <a:gd name="T33" fmla="*/ 625 h 656"/>
              <a:gd name="T34" fmla="*/ 30 w 538"/>
              <a:gd name="T35" fmla="*/ 209 h 656"/>
              <a:gd name="T36" fmla="*/ 507 w 538"/>
              <a:gd name="T37" fmla="*/ 625 h 656"/>
              <a:gd name="T38" fmla="*/ 358 w 538"/>
              <a:gd name="T39" fmla="*/ 60 h 656"/>
              <a:gd name="T40" fmla="*/ 179 w 538"/>
              <a:gd name="T41" fmla="*/ 119 h 656"/>
              <a:gd name="T42" fmla="*/ 507 w 538"/>
              <a:gd name="T43" fmla="*/ 90 h 656"/>
              <a:gd name="T44" fmla="*/ 387 w 538"/>
              <a:gd name="T45" fmla="*/ 60 h 656"/>
              <a:gd name="T46" fmla="*/ 358 w 538"/>
              <a:gd name="T47" fmla="*/ 30 h 656"/>
              <a:gd name="T48" fmla="*/ 298 w 538"/>
              <a:gd name="T49" fmla="*/ 30 h 656"/>
              <a:gd name="T50" fmla="*/ 268 w 538"/>
              <a:gd name="T51" fmla="*/ 0 h 656"/>
              <a:gd name="T52" fmla="*/ 179 w 538"/>
              <a:gd name="T53" fmla="*/ 30 h 656"/>
              <a:gd name="T54" fmla="*/ 149 w 538"/>
              <a:gd name="T55" fmla="*/ 60 h 656"/>
              <a:gd name="T56" fmla="*/ 30 w 538"/>
              <a:gd name="T57" fmla="*/ 90 h 656"/>
              <a:gd name="T58" fmla="*/ 0 w 538"/>
              <a:gd name="T59" fmla="*/ 119 h 656"/>
              <a:gd name="T60" fmla="*/ 0 w 538"/>
              <a:gd name="T61" fmla="*/ 625 h 656"/>
              <a:gd name="T62" fmla="*/ 507 w 538"/>
              <a:gd name="T63" fmla="*/ 655 h 656"/>
              <a:gd name="T64" fmla="*/ 537 w 538"/>
              <a:gd name="T65" fmla="*/ 625 h 656"/>
              <a:gd name="T66" fmla="*/ 537 w 538"/>
              <a:gd name="T67" fmla="*/ 119 h 656"/>
              <a:gd name="T68" fmla="*/ 104 w 538"/>
              <a:gd name="T69" fmla="*/ 328 h 656"/>
              <a:gd name="T70" fmla="*/ 283 w 538"/>
              <a:gd name="T71" fmla="*/ 328 h 656"/>
              <a:gd name="T72" fmla="*/ 298 w 538"/>
              <a:gd name="T73" fmla="*/ 313 h 656"/>
              <a:gd name="T74" fmla="*/ 104 w 538"/>
              <a:gd name="T75" fmla="*/ 298 h 656"/>
              <a:gd name="T76" fmla="*/ 89 w 538"/>
              <a:gd name="T77" fmla="*/ 313 h 656"/>
              <a:gd name="T78" fmla="*/ 104 w 538"/>
              <a:gd name="T79" fmla="*/ 328 h 656"/>
            </a:gdLst>
            <a:ahLst/>
            <a:cxnLst/>
            <a:rect l="0" t="0" r="r" b="b"/>
            <a:pathLst>
              <a:path w="538" h="656">
                <a:moveTo>
                  <a:pt x="104" y="417"/>
                </a:moveTo>
                <a:lnTo>
                  <a:pt x="432" y="417"/>
                </a:lnTo>
                <a:lnTo>
                  <a:pt x="432" y="417"/>
                </a:lnTo>
                <a:cubicBezTo>
                  <a:pt x="440" y="417"/>
                  <a:pt x="447" y="410"/>
                  <a:pt x="447" y="402"/>
                </a:cubicBezTo>
                <a:lnTo>
                  <a:pt x="447" y="402"/>
                </a:lnTo>
                <a:cubicBezTo>
                  <a:pt x="447" y="393"/>
                  <a:pt x="440" y="387"/>
                  <a:pt x="432" y="387"/>
                </a:cubicBezTo>
                <a:lnTo>
                  <a:pt x="104" y="387"/>
                </a:lnTo>
                <a:lnTo>
                  <a:pt x="104" y="387"/>
                </a:lnTo>
                <a:cubicBezTo>
                  <a:pt x="96" y="387"/>
                  <a:pt x="89" y="393"/>
                  <a:pt x="89" y="402"/>
                </a:cubicBezTo>
                <a:lnTo>
                  <a:pt x="89" y="402"/>
                </a:lnTo>
                <a:cubicBezTo>
                  <a:pt x="89" y="410"/>
                  <a:pt x="96" y="417"/>
                  <a:pt x="104" y="417"/>
                </a:cubicBezTo>
                <a:close/>
                <a:moveTo>
                  <a:pt x="104" y="506"/>
                </a:moveTo>
                <a:lnTo>
                  <a:pt x="373" y="506"/>
                </a:lnTo>
                <a:lnTo>
                  <a:pt x="373" y="506"/>
                </a:lnTo>
                <a:cubicBezTo>
                  <a:pt x="381" y="506"/>
                  <a:pt x="387" y="499"/>
                  <a:pt x="387" y="491"/>
                </a:cubicBezTo>
                <a:lnTo>
                  <a:pt x="387" y="491"/>
                </a:lnTo>
                <a:cubicBezTo>
                  <a:pt x="387" y="483"/>
                  <a:pt x="381" y="476"/>
                  <a:pt x="373" y="476"/>
                </a:cubicBezTo>
                <a:lnTo>
                  <a:pt x="104" y="476"/>
                </a:lnTo>
                <a:lnTo>
                  <a:pt x="104" y="476"/>
                </a:lnTo>
                <a:cubicBezTo>
                  <a:pt x="96" y="476"/>
                  <a:pt x="89" y="483"/>
                  <a:pt x="89" y="491"/>
                </a:cubicBezTo>
                <a:lnTo>
                  <a:pt x="89" y="491"/>
                </a:lnTo>
                <a:cubicBezTo>
                  <a:pt x="89" y="499"/>
                  <a:pt x="96" y="506"/>
                  <a:pt x="104" y="506"/>
                </a:cubicBezTo>
                <a:close/>
                <a:moveTo>
                  <a:pt x="507" y="179"/>
                </a:moveTo>
                <a:lnTo>
                  <a:pt x="30" y="179"/>
                </a:lnTo>
                <a:lnTo>
                  <a:pt x="30" y="119"/>
                </a:lnTo>
                <a:lnTo>
                  <a:pt x="149" y="119"/>
                </a:lnTo>
                <a:lnTo>
                  <a:pt x="149" y="119"/>
                </a:lnTo>
                <a:cubicBezTo>
                  <a:pt x="149" y="136"/>
                  <a:pt x="162" y="149"/>
                  <a:pt x="179" y="149"/>
                </a:cubicBezTo>
                <a:lnTo>
                  <a:pt x="358" y="149"/>
                </a:lnTo>
                <a:lnTo>
                  <a:pt x="358" y="149"/>
                </a:lnTo>
                <a:cubicBezTo>
                  <a:pt x="374" y="149"/>
                  <a:pt x="387" y="136"/>
                  <a:pt x="387" y="119"/>
                </a:cubicBezTo>
                <a:lnTo>
                  <a:pt x="507" y="119"/>
                </a:lnTo>
                <a:lnTo>
                  <a:pt x="507" y="179"/>
                </a:lnTo>
                <a:close/>
                <a:moveTo>
                  <a:pt x="507" y="625"/>
                </a:moveTo>
                <a:lnTo>
                  <a:pt x="30" y="625"/>
                </a:lnTo>
                <a:lnTo>
                  <a:pt x="30" y="209"/>
                </a:lnTo>
                <a:lnTo>
                  <a:pt x="507" y="209"/>
                </a:lnTo>
                <a:lnTo>
                  <a:pt x="507" y="625"/>
                </a:lnTo>
                <a:close/>
                <a:moveTo>
                  <a:pt x="179" y="60"/>
                </a:moveTo>
                <a:lnTo>
                  <a:pt x="358" y="60"/>
                </a:lnTo>
                <a:lnTo>
                  <a:pt x="358" y="119"/>
                </a:lnTo>
                <a:lnTo>
                  <a:pt x="179" y="119"/>
                </a:lnTo>
                <a:lnTo>
                  <a:pt x="179" y="60"/>
                </a:lnTo>
                <a:close/>
                <a:moveTo>
                  <a:pt x="507" y="90"/>
                </a:moveTo>
                <a:lnTo>
                  <a:pt x="387" y="90"/>
                </a:lnTo>
                <a:lnTo>
                  <a:pt x="387" y="60"/>
                </a:lnTo>
                <a:lnTo>
                  <a:pt x="387" y="60"/>
                </a:lnTo>
                <a:cubicBezTo>
                  <a:pt x="387" y="43"/>
                  <a:pt x="374" y="30"/>
                  <a:pt x="358" y="30"/>
                </a:cubicBezTo>
                <a:lnTo>
                  <a:pt x="298" y="30"/>
                </a:lnTo>
                <a:lnTo>
                  <a:pt x="298" y="30"/>
                </a:lnTo>
                <a:cubicBezTo>
                  <a:pt x="298" y="13"/>
                  <a:pt x="285" y="0"/>
                  <a:pt x="268" y="0"/>
                </a:cubicBezTo>
                <a:lnTo>
                  <a:pt x="268" y="0"/>
                </a:lnTo>
                <a:cubicBezTo>
                  <a:pt x="251" y="0"/>
                  <a:pt x="238" y="13"/>
                  <a:pt x="238" y="30"/>
                </a:cubicBezTo>
                <a:lnTo>
                  <a:pt x="179" y="30"/>
                </a:lnTo>
                <a:lnTo>
                  <a:pt x="179" y="30"/>
                </a:lnTo>
                <a:cubicBezTo>
                  <a:pt x="162" y="30"/>
                  <a:pt x="149" y="43"/>
                  <a:pt x="149" y="60"/>
                </a:cubicBezTo>
                <a:lnTo>
                  <a:pt x="149" y="90"/>
                </a:lnTo>
                <a:lnTo>
                  <a:pt x="30" y="90"/>
                </a:lnTo>
                <a:lnTo>
                  <a:pt x="30" y="90"/>
                </a:lnTo>
                <a:cubicBezTo>
                  <a:pt x="13" y="90"/>
                  <a:pt x="0" y="103"/>
                  <a:pt x="0" y="119"/>
                </a:cubicBezTo>
                <a:lnTo>
                  <a:pt x="0" y="625"/>
                </a:lnTo>
                <a:lnTo>
                  <a:pt x="0" y="625"/>
                </a:lnTo>
                <a:cubicBezTo>
                  <a:pt x="0" y="642"/>
                  <a:pt x="13" y="655"/>
                  <a:pt x="30" y="655"/>
                </a:cubicBezTo>
                <a:lnTo>
                  <a:pt x="507" y="655"/>
                </a:lnTo>
                <a:lnTo>
                  <a:pt x="507" y="655"/>
                </a:lnTo>
                <a:cubicBezTo>
                  <a:pt x="523" y="655"/>
                  <a:pt x="537" y="642"/>
                  <a:pt x="537" y="625"/>
                </a:cubicBezTo>
                <a:lnTo>
                  <a:pt x="537" y="119"/>
                </a:lnTo>
                <a:lnTo>
                  <a:pt x="537" y="119"/>
                </a:lnTo>
                <a:cubicBezTo>
                  <a:pt x="537" y="103"/>
                  <a:pt x="523" y="90"/>
                  <a:pt x="507" y="90"/>
                </a:cubicBezTo>
                <a:close/>
                <a:moveTo>
                  <a:pt x="104" y="328"/>
                </a:moveTo>
                <a:lnTo>
                  <a:pt x="283" y="328"/>
                </a:lnTo>
                <a:lnTo>
                  <a:pt x="283" y="328"/>
                </a:lnTo>
                <a:cubicBezTo>
                  <a:pt x="291" y="328"/>
                  <a:pt x="298" y="321"/>
                  <a:pt x="298" y="313"/>
                </a:cubicBezTo>
                <a:lnTo>
                  <a:pt x="298" y="313"/>
                </a:lnTo>
                <a:cubicBezTo>
                  <a:pt x="298" y="305"/>
                  <a:pt x="291" y="298"/>
                  <a:pt x="283" y="298"/>
                </a:cubicBezTo>
                <a:lnTo>
                  <a:pt x="104" y="298"/>
                </a:lnTo>
                <a:lnTo>
                  <a:pt x="104" y="298"/>
                </a:lnTo>
                <a:cubicBezTo>
                  <a:pt x="96" y="298"/>
                  <a:pt x="89" y="305"/>
                  <a:pt x="89" y="313"/>
                </a:cubicBezTo>
                <a:lnTo>
                  <a:pt x="89" y="313"/>
                </a:lnTo>
                <a:cubicBezTo>
                  <a:pt x="89" y="321"/>
                  <a:pt x="96" y="328"/>
                  <a:pt x="104" y="3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3" name="Freeform 358">
            <a:extLst>
              <a:ext uri="{FF2B5EF4-FFF2-40B4-BE49-F238E27FC236}">
                <a16:creationId xmlns:a16="http://schemas.microsoft.com/office/drawing/2014/main" id="{6403C642-3DEE-CB4E-9775-0A8F8E7A27F3}"/>
              </a:ext>
            </a:extLst>
          </p:cNvPr>
          <p:cNvSpPr>
            <a:spLocks noGrp="1"/>
          </p:cNvSpPr>
          <p:nvPr/>
        </p:nvSpPr>
        <p:spPr>
          <a:xfrm>
            <a:off x="14127832" y="5776402"/>
            <a:ext cx="818446" cy="818449"/>
          </a:xfrm>
          <a:custGeom>
            <a:avLst/>
            <a:gdLst>
              <a:gd name="T0" fmla="*/ 29 w 656"/>
              <a:gd name="T1" fmla="*/ 239 h 656"/>
              <a:gd name="T2" fmla="*/ 29 w 656"/>
              <a:gd name="T3" fmla="*/ 179 h 656"/>
              <a:gd name="T4" fmla="*/ 477 w 656"/>
              <a:gd name="T5" fmla="*/ 149 h 656"/>
              <a:gd name="T6" fmla="*/ 507 w 656"/>
              <a:gd name="T7" fmla="*/ 179 h 656"/>
              <a:gd name="T8" fmla="*/ 507 w 656"/>
              <a:gd name="T9" fmla="*/ 596 h 656"/>
              <a:gd name="T10" fmla="*/ 477 w 656"/>
              <a:gd name="T11" fmla="*/ 625 h 656"/>
              <a:gd name="T12" fmla="*/ 59 w 656"/>
              <a:gd name="T13" fmla="*/ 625 h 656"/>
              <a:gd name="T14" fmla="*/ 29 w 656"/>
              <a:gd name="T15" fmla="*/ 268 h 656"/>
              <a:gd name="T16" fmla="*/ 507 w 656"/>
              <a:gd name="T17" fmla="*/ 596 h 656"/>
              <a:gd name="T18" fmla="*/ 59 w 656"/>
              <a:gd name="T19" fmla="*/ 119 h 656"/>
              <a:gd name="T20" fmla="*/ 0 w 656"/>
              <a:gd name="T21" fmla="*/ 179 h 656"/>
              <a:gd name="T22" fmla="*/ 0 w 656"/>
              <a:gd name="T23" fmla="*/ 596 h 656"/>
              <a:gd name="T24" fmla="*/ 477 w 656"/>
              <a:gd name="T25" fmla="*/ 655 h 656"/>
              <a:gd name="T26" fmla="*/ 536 w 656"/>
              <a:gd name="T27" fmla="*/ 596 h 656"/>
              <a:gd name="T28" fmla="*/ 536 w 656"/>
              <a:gd name="T29" fmla="*/ 179 h 656"/>
              <a:gd name="T30" fmla="*/ 193 w 656"/>
              <a:gd name="T31" fmla="*/ 179 h 656"/>
              <a:gd name="T32" fmla="*/ 178 w 656"/>
              <a:gd name="T33" fmla="*/ 194 h 656"/>
              <a:gd name="T34" fmla="*/ 193 w 656"/>
              <a:gd name="T35" fmla="*/ 209 h 656"/>
              <a:gd name="T36" fmla="*/ 208 w 656"/>
              <a:gd name="T37" fmla="*/ 194 h 656"/>
              <a:gd name="T38" fmla="*/ 193 w 656"/>
              <a:gd name="T39" fmla="*/ 179 h 656"/>
              <a:gd name="T40" fmla="*/ 178 w 656"/>
              <a:gd name="T41" fmla="*/ 0 h 656"/>
              <a:gd name="T42" fmla="*/ 119 w 656"/>
              <a:gd name="T43" fmla="*/ 60 h 656"/>
              <a:gd name="T44" fmla="*/ 119 w 656"/>
              <a:gd name="T45" fmla="*/ 74 h 656"/>
              <a:gd name="T46" fmla="*/ 134 w 656"/>
              <a:gd name="T47" fmla="*/ 90 h 656"/>
              <a:gd name="T48" fmla="*/ 149 w 656"/>
              <a:gd name="T49" fmla="*/ 60 h 656"/>
              <a:gd name="T50" fmla="*/ 178 w 656"/>
              <a:gd name="T51" fmla="*/ 30 h 656"/>
              <a:gd name="T52" fmla="*/ 596 w 656"/>
              <a:gd name="T53" fmla="*/ 30 h 656"/>
              <a:gd name="T54" fmla="*/ 626 w 656"/>
              <a:gd name="T55" fmla="*/ 476 h 656"/>
              <a:gd name="T56" fmla="*/ 596 w 656"/>
              <a:gd name="T57" fmla="*/ 506 h 656"/>
              <a:gd name="T58" fmla="*/ 581 w 656"/>
              <a:gd name="T59" fmla="*/ 506 h 656"/>
              <a:gd name="T60" fmla="*/ 566 w 656"/>
              <a:gd name="T61" fmla="*/ 521 h 656"/>
              <a:gd name="T62" fmla="*/ 596 w 656"/>
              <a:gd name="T63" fmla="*/ 536 h 656"/>
              <a:gd name="T64" fmla="*/ 655 w 656"/>
              <a:gd name="T65" fmla="*/ 476 h 656"/>
              <a:gd name="T66" fmla="*/ 655 w 656"/>
              <a:gd name="T67" fmla="*/ 60 h 656"/>
              <a:gd name="T68" fmla="*/ 461 w 656"/>
              <a:gd name="T69" fmla="*/ 179 h 656"/>
              <a:gd name="T70" fmla="*/ 253 w 656"/>
              <a:gd name="T71" fmla="*/ 179 h 656"/>
              <a:gd name="T72" fmla="*/ 238 w 656"/>
              <a:gd name="T73" fmla="*/ 194 h 656"/>
              <a:gd name="T74" fmla="*/ 461 w 656"/>
              <a:gd name="T75" fmla="*/ 209 h 656"/>
              <a:gd name="T76" fmla="*/ 477 w 656"/>
              <a:gd name="T77" fmla="*/ 194 h 656"/>
              <a:gd name="T78" fmla="*/ 461 w 656"/>
              <a:gd name="T79" fmla="*/ 179 h 656"/>
              <a:gd name="T80" fmla="*/ 74 w 656"/>
              <a:gd name="T81" fmla="*/ 179 h 656"/>
              <a:gd name="T82" fmla="*/ 59 w 656"/>
              <a:gd name="T83" fmla="*/ 194 h 656"/>
              <a:gd name="T84" fmla="*/ 74 w 656"/>
              <a:gd name="T85" fmla="*/ 209 h 656"/>
              <a:gd name="T86" fmla="*/ 89 w 656"/>
              <a:gd name="T87" fmla="*/ 194 h 656"/>
              <a:gd name="T88" fmla="*/ 134 w 656"/>
              <a:gd name="T89" fmla="*/ 179 h 656"/>
              <a:gd name="T90" fmla="*/ 119 w 656"/>
              <a:gd name="T91" fmla="*/ 194 h 656"/>
              <a:gd name="T92" fmla="*/ 134 w 656"/>
              <a:gd name="T93" fmla="*/ 209 h 656"/>
              <a:gd name="T94" fmla="*/ 149 w 656"/>
              <a:gd name="T95" fmla="*/ 194 h 656"/>
              <a:gd name="T96" fmla="*/ 134 w 656"/>
              <a:gd name="T97" fmla="*/ 179 h 656"/>
            </a:gdLst>
            <a:ahLst/>
            <a:cxnLst/>
            <a:rect l="0" t="0" r="r" b="b"/>
            <a:pathLst>
              <a:path w="656" h="656">
                <a:moveTo>
                  <a:pt x="507" y="239"/>
                </a:moveTo>
                <a:lnTo>
                  <a:pt x="29" y="239"/>
                </a:lnTo>
                <a:lnTo>
                  <a:pt x="29" y="179"/>
                </a:lnTo>
                <a:lnTo>
                  <a:pt x="29" y="179"/>
                </a:lnTo>
                <a:cubicBezTo>
                  <a:pt x="29" y="163"/>
                  <a:pt x="42" y="149"/>
                  <a:pt x="59" y="149"/>
                </a:cubicBezTo>
                <a:lnTo>
                  <a:pt x="477" y="149"/>
                </a:lnTo>
                <a:lnTo>
                  <a:pt x="477" y="149"/>
                </a:lnTo>
                <a:cubicBezTo>
                  <a:pt x="493" y="149"/>
                  <a:pt x="507" y="163"/>
                  <a:pt x="507" y="179"/>
                </a:cubicBezTo>
                <a:lnTo>
                  <a:pt x="507" y="239"/>
                </a:lnTo>
                <a:close/>
                <a:moveTo>
                  <a:pt x="507" y="596"/>
                </a:moveTo>
                <a:lnTo>
                  <a:pt x="507" y="596"/>
                </a:lnTo>
                <a:cubicBezTo>
                  <a:pt x="507" y="612"/>
                  <a:pt x="493" y="625"/>
                  <a:pt x="477" y="625"/>
                </a:cubicBezTo>
                <a:lnTo>
                  <a:pt x="59" y="625"/>
                </a:lnTo>
                <a:lnTo>
                  <a:pt x="59" y="625"/>
                </a:lnTo>
                <a:cubicBezTo>
                  <a:pt x="42" y="625"/>
                  <a:pt x="29" y="612"/>
                  <a:pt x="29" y="596"/>
                </a:cubicBezTo>
                <a:lnTo>
                  <a:pt x="29" y="268"/>
                </a:lnTo>
                <a:lnTo>
                  <a:pt x="507" y="268"/>
                </a:lnTo>
                <a:lnTo>
                  <a:pt x="507" y="596"/>
                </a:lnTo>
                <a:close/>
                <a:moveTo>
                  <a:pt x="477" y="119"/>
                </a:moveTo>
                <a:lnTo>
                  <a:pt x="59" y="119"/>
                </a:lnTo>
                <a:lnTo>
                  <a:pt x="59" y="119"/>
                </a:lnTo>
                <a:cubicBezTo>
                  <a:pt x="26" y="119"/>
                  <a:pt x="0" y="146"/>
                  <a:pt x="0" y="179"/>
                </a:cubicBezTo>
                <a:lnTo>
                  <a:pt x="0" y="596"/>
                </a:lnTo>
                <a:lnTo>
                  <a:pt x="0" y="596"/>
                </a:lnTo>
                <a:cubicBezTo>
                  <a:pt x="0" y="628"/>
                  <a:pt x="26" y="655"/>
                  <a:pt x="59" y="655"/>
                </a:cubicBezTo>
                <a:lnTo>
                  <a:pt x="477" y="655"/>
                </a:lnTo>
                <a:lnTo>
                  <a:pt x="477" y="655"/>
                </a:lnTo>
                <a:cubicBezTo>
                  <a:pt x="510" y="655"/>
                  <a:pt x="536" y="628"/>
                  <a:pt x="536" y="596"/>
                </a:cubicBezTo>
                <a:lnTo>
                  <a:pt x="536" y="179"/>
                </a:lnTo>
                <a:lnTo>
                  <a:pt x="536" y="179"/>
                </a:lnTo>
                <a:cubicBezTo>
                  <a:pt x="536" y="146"/>
                  <a:pt x="510" y="119"/>
                  <a:pt x="477" y="119"/>
                </a:cubicBezTo>
                <a:close/>
                <a:moveTo>
                  <a:pt x="193" y="179"/>
                </a:moveTo>
                <a:lnTo>
                  <a:pt x="193" y="179"/>
                </a:lnTo>
                <a:cubicBezTo>
                  <a:pt x="185" y="179"/>
                  <a:pt x="178" y="186"/>
                  <a:pt x="178" y="194"/>
                </a:cubicBezTo>
                <a:lnTo>
                  <a:pt x="178" y="194"/>
                </a:lnTo>
                <a:cubicBezTo>
                  <a:pt x="178" y="202"/>
                  <a:pt x="185" y="209"/>
                  <a:pt x="193" y="209"/>
                </a:cubicBezTo>
                <a:lnTo>
                  <a:pt x="193" y="209"/>
                </a:lnTo>
                <a:cubicBezTo>
                  <a:pt x="202" y="209"/>
                  <a:pt x="208" y="202"/>
                  <a:pt x="208" y="194"/>
                </a:cubicBezTo>
                <a:lnTo>
                  <a:pt x="208" y="194"/>
                </a:lnTo>
                <a:cubicBezTo>
                  <a:pt x="208" y="186"/>
                  <a:pt x="202" y="179"/>
                  <a:pt x="193" y="179"/>
                </a:cubicBezTo>
                <a:close/>
                <a:moveTo>
                  <a:pt x="596" y="0"/>
                </a:moveTo>
                <a:lnTo>
                  <a:pt x="178" y="0"/>
                </a:lnTo>
                <a:lnTo>
                  <a:pt x="178" y="0"/>
                </a:lnTo>
                <a:cubicBezTo>
                  <a:pt x="145" y="0"/>
                  <a:pt x="119" y="27"/>
                  <a:pt x="119" y="60"/>
                </a:cubicBezTo>
                <a:lnTo>
                  <a:pt x="119" y="74"/>
                </a:lnTo>
                <a:lnTo>
                  <a:pt x="119" y="74"/>
                </a:lnTo>
                <a:cubicBezTo>
                  <a:pt x="119" y="83"/>
                  <a:pt x="126" y="90"/>
                  <a:pt x="134" y="90"/>
                </a:cubicBezTo>
                <a:lnTo>
                  <a:pt x="134" y="90"/>
                </a:lnTo>
                <a:cubicBezTo>
                  <a:pt x="142" y="90"/>
                  <a:pt x="149" y="83"/>
                  <a:pt x="149" y="74"/>
                </a:cubicBezTo>
                <a:lnTo>
                  <a:pt x="149" y="60"/>
                </a:lnTo>
                <a:lnTo>
                  <a:pt x="149" y="60"/>
                </a:lnTo>
                <a:cubicBezTo>
                  <a:pt x="149" y="43"/>
                  <a:pt x="162" y="30"/>
                  <a:pt x="178" y="30"/>
                </a:cubicBezTo>
                <a:lnTo>
                  <a:pt x="596" y="30"/>
                </a:lnTo>
                <a:lnTo>
                  <a:pt x="596" y="30"/>
                </a:lnTo>
                <a:cubicBezTo>
                  <a:pt x="612" y="30"/>
                  <a:pt x="626" y="43"/>
                  <a:pt x="626" y="60"/>
                </a:cubicBezTo>
                <a:lnTo>
                  <a:pt x="626" y="476"/>
                </a:lnTo>
                <a:lnTo>
                  <a:pt x="626" y="476"/>
                </a:lnTo>
                <a:cubicBezTo>
                  <a:pt x="626" y="493"/>
                  <a:pt x="612" y="506"/>
                  <a:pt x="596" y="506"/>
                </a:cubicBezTo>
                <a:lnTo>
                  <a:pt x="581" y="506"/>
                </a:lnTo>
                <a:lnTo>
                  <a:pt x="581" y="506"/>
                </a:lnTo>
                <a:cubicBezTo>
                  <a:pt x="573" y="506"/>
                  <a:pt x="566" y="513"/>
                  <a:pt x="566" y="521"/>
                </a:cubicBezTo>
                <a:lnTo>
                  <a:pt x="566" y="521"/>
                </a:lnTo>
                <a:cubicBezTo>
                  <a:pt x="566" y="529"/>
                  <a:pt x="573" y="536"/>
                  <a:pt x="581" y="536"/>
                </a:cubicBezTo>
                <a:lnTo>
                  <a:pt x="596" y="536"/>
                </a:lnTo>
                <a:lnTo>
                  <a:pt x="596" y="536"/>
                </a:lnTo>
                <a:cubicBezTo>
                  <a:pt x="629" y="536"/>
                  <a:pt x="655" y="509"/>
                  <a:pt x="655" y="476"/>
                </a:cubicBezTo>
                <a:lnTo>
                  <a:pt x="655" y="60"/>
                </a:lnTo>
                <a:lnTo>
                  <a:pt x="655" y="60"/>
                </a:lnTo>
                <a:cubicBezTo>
                  <a:pt x="655" y="27"/>
                  <a:pt x="629" y="0"/>
                  <a:pt x="596" y="0"/>
                </a:cubicBezTo>
                <a:close/>
                <a:moveTo>
                  <a:pt x="461" y="179"/>
                </a:moveTo>
                <a:lnTo>
                  <a:pt x="253" y="179"/>
                </a:lnTo>
                <a:lnTo>
                  <a:pt x="253" y="179"/>
                </a:lnTo>
                <a:cubicBezTo>
                  <a:pt x="245" y="179"/>
                  <a:pt x="238" y="186"/>
                  <a:pt x="238" y="194"/>
                </a:cubicBezTo>
                <a:lnTo>
                  <a:pt x="238" y="194"/>
                </a:lnTo>
                <a:cubicBezTo>
                  <a:pt x="238" y="202"/>
                  <a:pt x="245" y="209"/>
                  <a:pt x="253" y="209"/>
                </a:cubicBezTo>
                <a:lnTo>
                  <a:pt x="461" y="209"/>
                </a:lnTo>
                <a:lnTo>
                  <a:pt x="461" y="209"/>
                </a:lnTo>
                <a:cubicBezTo>
                  <a:pt x="470" y="209"/>
                  <a:pt x="477" y="202"/>
                  <a:pt x="477" y="194"/>
                </a:cubicBezTo>
                <a:lnTo>
                  <a:pt x="477" y="194"/>
                </a:lnTo>
                <a:cubicBezTo>
                  <a:pt x="477" y="186"/>
                  <a:pt x="470" y="179"/>
                  <a:pt x="461" y="179"/>
                </a:cubicBezTo>
                <a:close/>
                <a:moveTo>
                  <a:pt x="74" y="179"/>
                </a:moveTo>
                <a:lnTo>
                  <a:pt x="74" y="179"/>
                </a:lnTo>
                <a:cubicBezTo>
                  <a:pt x="66" y="179"/>
                  <a:pt x="59" y="186"/>
                  <a:pt x="59" y="194"/>
                </a:cubicBezTo>
                <a:lnTo>
                  <a:pt x="59" y="194"/>
                </a:lnTo>
                <a:cubicBezTo>
                  <a:pt x="59" y="202"/>
                  <a:pt x="66" y="209"/>
                  <a:pt x="74" y="209"/>
                </a:cubicBezTo>
                <a:lnTo>
                  <a:pt x="74" y="209"/>
                </a:lnTo>
                <a:cubicBezTo>
                  <a:pt x="82" y="209"/>
                  <a:pt x="89" y="202"/>
                  <a:pt x="89" y="194"/>
                </a:cubicBezTo>
                <a:lnTo>
                  <a:pt x="89" y="194"/>
                </a:lnTo>
                <a:cubicBezTo>
                  <a:pt x="89" y="186"/>
                  <a:pt x="82" y="179"/>
                  <a:pt x="74" y="179"/>
                </a:cubicBezTo>
                <a:close/>
                <a:moveTo>
                  <a:pt x="134" y="179"/>
                </a:moveTo>
                <a:lnTo>
                  <a:pt x="134" y="179"/>
                </a:lnTo>
                <a:cubicBezTo>
                  <a:pt x="126" y="179"/>
                  <a:pt x="119" y="186"/>
                  <a:pt x="119" y="194"/>
                </a:cubicBezTo>
                <a:lnTo>
                  <a:pt x="119" y="194"/>
                </a:lnTo>
                <a:cubicBezTo>
                  <a:pt x="119" y="202"/>
                  <a:pt x="126" y="209"/>
                  <a:pt x="134" y="209"/>
                </a:cubicBezTo>
                <a:lnTo>
                  <a:pt x="134" y="209"/>
                </a:lnTo>
                <a:cubicBezTo>
                  <a:pt x="142" y="209"/>
                  <a:pt x="149" y="202"/>
                  <a:pt x="149" y="194"/>
                </a:cubicBezTo>
                <a:lnTo>
                  <a:pt x="149" y="194"/>
                </a:lnTo>
                <a:cubicBezTo>
                  <a:pt x="149" y="186"/>
                  <a:pt x="142" y="179"/>
                  <a:pt x="134" y="1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4" name="Freeform 359">
            <a:extLst>
              <a:ext uri="{FF2B5EF4-FFF2-40B4-BE49-F238E27FC236}">
                <a16:creationId xmlns:a16="http://schemas.microsoft.com/office/drawing/2014/main" id="{4B137D84-C5A5-5C43-AB42-470370C7F5EE}"/>
              </a:ext>
            </a:extLst>
          </p:cNvPr>
          <p:cNvSpPr>
            <a:spLocks noGrp="1"/>
          </p:cNvSpPr>
          <p:nvPr/>
        </p:nvSpPr>
        <p:spPr>
          <a:xfrm>
            <a:off x="19587811" y="5776402"/>
            <a:ext cx="670138" cy="818449"/>
          </a:xfrm>
          <a:custGeom>
            <a:avLst/>
            <a:gdLst>
              <a:gd name="T0" fmla="*/ 268 w 537"/>
              <a:gd name="T1" fmla="*/ 149 h 656"/>
              <a:gd name="T2" fmla="*/ 30 w 537"/>
              <a:gd name="T3" fmla="*/ 90 h 656"/>
              <a:gd name="T4" fmla="*/ 268 w 537"/>
              <a:gd name="T5" fmla="*/ 30 h 656"/>
              <a:gd name="T6" fmla="*/ 507 w 537"/>
              <a:gd name="T7" fmla="*/ 90 h 656"/>
              <a:gd name="T8" fmla="*/ 507 w 537"/>
              <a:gd name="T9" fmla="*/ 168 h 656"/>
              <a:gd name="T10" fmla="*/ 507 w 537"/>
              <a:gd name="T11" fmla="*/ 209 h 656"/>
              <a:gd name="T12" fmla="*/ 268 w 537"/>
              <a:gd name="T13" fmla="*/ 268 h 656"/>
              <a:gd name="T14" fmla="*/ 30 w 537"/>
              <a:gd name="T15" fmla="*/ 168 h 656"/>
              <a:gd name="T16" fmla="*/ 30 w 537"/>
              <a:gd name="T17" fmla="*/ 131 h 656"/>
              <a:gd name="T18" fmla="*/ 268 w 537"/>
              <a:gd name="T19" fmla="*/ 179 h 656"/>
              <a:gd name="T20" fmla="*/ 507 w 537"/>
              <a:gd name="T21" fmla="*/ 168 h 656"/>
              <a:gd name="T22" fmla="*/ 268 w 537"/>
              <a:gd name="T23" fmla="*/ 328 h 656"/>
              <a:gd name="T24" fmla="*/ 30 w 537"/>
              <a:gd name="T25" fmla="*/ 268 h 656"/>
              <a:gd name="T26" fmla="*/ 37 w 537"/>
              <a:gd name="T27" fmla="*/ 254 h 656"/>
              <a:gd name="T28" fmla="*/ 268 w 537"/>
              <a:gd name="T29" fmla="*/ 298 h 656"/>
              <a:gd name="T30" fmla="*/ 500 w 537"/>
              <a:gd name="T31" fmla="*/ 254 h 656"/>
              <a:gd name="T32" fmla="*/ 507 w 537"/>
              <a:gd name="T33" fmla="*/ 268 h 656"/>
              <a:gd name="T34" fmla="*/ 507 w 537"/>
              <a:gd name="T35" fmla="*/ 346 h 656"/>
              <a:gd name="T36" fmla="*/ 507 w 537"/>
              <a:gd name="T37" fmla="*/ 387 h 656"/>
              <a:gd name="T38" fmla="*/ 268 w 537"/>
              <a:gd name="T39" fmla="*/ 447 h 656"/>
              <a:gd name="T40" fmla="*/ 30 w 537"/>
              <a:gd name="T41" fmla="*/ 346 h 656"/>
              <a:gd name="T42" fmla="*/ 30 w 537"/>
              <a:gd name="T43" fmla="*/ 309 h 656"/>
              <a:gd name="T44" fmla="*/ 268 w 537"/>
              <a:gd name="T45" fmla="*/ 357 h 656"/>
              <a:gd name="T46" fmla="*/ 507 w 537"/>
              <a:gd name="T47" fmla="*/ 346 h 656"/>
              <a:gd name="T48" fmla="*/ 268 w 537"/>
              <a:gd name="T49" fmla="*/ 506 h 656"/>
              <a:gd name="T50" fmla="*/ 30 w 537"/>
              <a:gd name="T51" fmla="*/ 447 h 656"/>
              <a:gd name="T52" fmla="*/ 37 w 537"/>
              <a:gd name="T53" fmla="*/ 432 h 656"/>
              <a:gd name="T54" fmla="*/ 268 w 537"/>
              <a:gd name="T55" fmla="*/ 476 h 656"/>
              <a:gd name="T56" fmla="*/ 500 w 537"/>
              <a:gd name="T57" fmla="*/ 432 h 656"/>
              <a:gd name="T58" fmla="*/ 507 w 537"/>
              <a:gd name="T59" fmla="*/ 447 h 656"/>
              <a:gd name="T60" fmla="*/ 507 w 537"/>
              <a:gd name="T61" fmla="*/ 525 h 656"/>
              <a:gd name="T62" fmla="*/ 507 w 537"/>
              <a:gd name="T63" fmla="*/ 566 h 656"/>
              <a:gd name="T64" fmla="*/ 268 w 537"/>
              <a:gd name="T65" fmla="*/ 625 h 656"/>
              <a:gd name="T66" fmla="*/ 30 w 537"/>
              <a:gd name="T67" fmla="*/ 525 h 656"/>
              <a:gd name="T68" fmla="*/ 30 w 537"/>
              <a:gd name="T69" fmla="*/ 487 h 656"/>
              <a:gd name="T70" fmla="*/ 268 w 537"/>
              <a:gd name="T71" fmla="*/ 536 h 656"/>
              <a:gd name="T72" fmla="*/ 507 w 537"/>
              <a:gd name="T73" fmla="*/ 525 h 656"/>
              <a:gd name="T74" fmla="*/ 536 w 537"/>
              <a:gd name="T75" fmla="*/ 90 h 656"/>
              <a:gd name="T76" fmla="*/ 268 w 537"/>
              <a:gd name="T77" fmla="*/ 0 h 656"/>
              <a:gd name="T78" fmla="*/ 0 w 537"/>
              <a:gd name="T79" fmla="*/ 209 h 656"/>
              <a:gd name="T80" fmla="*/ 15 w 537"/>
              <a:gd name="T81" fmla="*/ 239 h 656"/>
              <a:gd name="T82" fmla="*/ 0 w 537"/>
              <a:gd name="T83" fmla="*/ 268 h 656"/>
              <a:gd name="T84" fmla="*/ 0 w 537"/>
              <a:gd name="T85" fmla="*/ 387 h 656"/>
              <a:gd name="T86" fmla="*/ 15 w 537"/>
              <a:gd name="T87" fmla="*/ 417 h 656"/>
              <a:gd name="T88" fmla="*/ 0 w 537"/>
              <a:gd name="T89" fmla="*/ 566 h 656"/>
              <a:gd name="T90" fmla="*/ 268 w 537"/>
              <a:gd name="T91" fmla="*/ 655 h 656"/>
              <a:gd name="T92" fmla="*/ 536 w 537"/>
              <a:gd name="T93" fmla="*/ 566 h 656"/>
              <a:gd name="T94" fmla="*/ 536 w 537"/>
              <a:gd name="T95" fmla="*/ 447 h 656"/>
              <a:gd name="T96" fmla="*/ 521 w 537"/>
              <a:gd name="T97" fmla="*/ 417 h 656"/>
              <a:gd name="T98" fmla="*/ 536 w 537"/>
              <a:gd name="T99" fmla="*/ 268 h 656"/>
              <a:gd name="T100" fmla="*/ 521 w 537"/>
              <a:gd name="T101" fmla="*/ 239 h 656"/>
              <a:gd name="T102" fmla="*/ 536 w 537"/>
              <a:gd name="T103" fmla="*/ 209 h 656"/>
            </a:gdLst>
            <a:ahLst/>
            <a:cxnLst/>
            <a:rect l="0" t="0" r="r" b="b"/>
            <a:pathLst>
              <a:path w="537" h="656">
                <a:moveTo>
                  <a:pt x="268" y="149"/>
                </a:moveTo>
                <a:lnTo>
                  <a:pt x="268" y="149"/>
                </a:lnTo>
                <a:cubicBezTo>
                  <a:pt x="136" y="149"/>
                  <a:pt x="30" y="123"/>
                  <a:pt x="30" y="90"/>
                </a:cubicBezTo>
                <a:lnTo>
                  <a:pt x="30" y="90"/>
                </a:lnTo>
                <a:cubicBezTo>
                  <a:pt x="30" y="57"/>
                  <a:pt x="136" y="30"/>
                  <a:pt x="268" y="30"/>
                </a:cubicBezTo>
                <a:lnTo>
                  <a:pt x="268" y="30"/>
                </a:lnTo>
                <a:cubicBezTo>
                  <a:pt x="400" y="30"/>
                  <a:pt x="507" y="57"/>
                  <a:pt x="507" y="90"/>
                </a:cubicBezTo>
                <a:lnTo>
                  <a:pt x="507" y="90"/>
                </a:lnTo>
                <a:cubicBezTo>
                  <a:pt x="507" y="123"/>
                  <a:pt x="400" y="149"/>
                  <a:pt x="268" y="149"/>
                </a:cubicBezTo>
                <a:close/>
                <a:moveTo>
                  <a:pt x="507" y="168"/>
                </a:moveTo>
                <a:lnTo>
                  <a:pt x="507" y="209"/>
                </a:lnTo>
                <a:lnTo>
                  <a:pt x="507" y="209"/>
                </a:lnTo>
                <a:cubicBezTo>
                  <a:pt x="507" y="242"/>
                  <a:pt x="400" y="268"/>
                  <a:pt x="268" y="268"/>
                </a:cubicBezTo>
                <a:lnTo>
                  <a:pt x="268" y="268"/>
                </a:lnTo>
                <a:cubicBezTo>
                  <a:pt x="136" y="268"/>
                  <a:pt x="30" y="242"/>
                  <a:pt x="30" y="209"/>
                </a:cubicBezTo>
                <a:lnTo>
                  <a:pt x="30" y="168"/>
                </a:lnTo>
                <a:lnTo>
                  <a:pt x="30" y="131"/>
                </a:lnTo>
                <a:lnTo>
                  <a:pt x="30" y="131"/>
                </a:lnTo>
                <a:cubicBezTo>
                  <a:pt x="74" y="160"/>
                  <a:pt x="164" y="179"/>
                  <a:pt x="268" y="179"/>
                </a:cubicBezTo>
                <a:lnTo>
                  <a:pt x="268" y="179"/>
                </a:lnTo>
                <a:cubicBezTo>
                  <a:pt x="372" y="179"/>
                  <a:pt x="462" y="160"/>
                  <a:pt x="507" y="131"/>
                </a:cubicBezTo>
                <a:lnTo>
                  <a:pt x="507" y="168"/>
                </a:lnTo>
                <a:close/>
                <a:moveTo>
                  <a:pt x="268" y="328"/>
                </a:moveTo>
                <a:lnTo>
                  <a:pt x="268" y="328"/>
                </a:lnTo>
                <a:cubicBezTo>
                  <a:pt x="136" y="328"/>
                  <a:pt x="30" y="302"/>
                  <a:pt x="30" y="268"/>
                </a:cubicBezTo>
                <a:lnTo>
                  <a:pt x="30" y="268"/>
                </a:lnTo>
                <a:cubicBezTo>
                  <a:pt x="30" y="263"/>
                  <a:pt x="32" y="258"/>
                  <a:pt x="37" y="254"/>
                </a:cubicBezTo>
                <a:lnTo>
                  <a:pt x="37" y="254"/>
                </a:lnTo>
                <a:cubicBezTo>
                  <a:pt x="84" y="281"/>
                  <a:pt x="169" y="298"/>
                  <a:pt x="268" y="298"/>
                </a:cubicBezTo>
                <a:lnTo>
                  <a:pt x="268" y="298"/>
                </a:lnTo>
                <a:cubicBezTo>
                  <a:pt x="367" y="298"/>
                  <a:pt x="453" y="281"/>
                  <a:pt x="500" y="254"/>
                </a:cubicBezTo>
                <a:lnTo>
                  <a:pt x="500" y="254"/>
                </a:lnTo>
                <a:cubicBezTo>
                  <a:pt x="504" y="258"/>
                  <a:pt x="507" y="263"/>
                  <a:pt x="507" y="268"/>
                </a:cubicBezTo>
                <a:lnTo>
                  <a:pt x="507" y="268"/>
                </a:lnTo>
                <a:cubicBezTo>
                  <a:pt x="507" y="302"/>
                  <a:pt x="400" y="328"/>
                  <a:pt x="268" y="328"/>
                </a:cubicBezTo>
                <a:close/>
                <a:moveTo>
                  <a:pt x="507" y="346"/>
                </a:moveTo>
                <a:lnTo>
                  <a:pt x="507" y="387"/>
                </a:lnTo>
                <a:lnTo>
                  <a:pt x="507" y="387"/>
                </a:lnTo>
                <a:cubicBezTo>
                  <a:pt x="507" y="420"/>
                  <a:pt x="400" y="447"/>
                  <a:pt x="268" y="447"/>
                </a:cubicBezTo>
                <a:lnTo>
                  <a:pt x="268" y="447"/>
                </a:lnTo>
                <a:cubicBezTo>
                  <a:pt x="136" y="447"/>
                  <a:pt x="30" y="420"/>
                  <a:pt x="30" y="387"/>
                </a:cubicBezTo>
                <a:lnTo>
                  <a:pt x="30" y="346"/>
                </a:lnTo>
                <a:lnTo>
                  <a:pt x="30" y="309"/>
                </a:lnTo>
                <a:lnTo>
                  <a:pt x="30" y="309"/>
                </a:lnTo>
                <a:cubicBezTo>
                  <a:pt x="74" y="338"/>
                  <a:pt x="164" y="357"/>
                  <a:pt x="268" y="357"/>
                </a:cubicBezTo>
                <a:lnTo>
                  <a:pt x="268" y="357"/>
                </a:lnTo>
                <a:cubicBezTo>
                  <a:pt x="372" y="357"/>
                  <a:pt x="462" y="338"/>
                  <a:pt x="507" y="309"/>
                </a:cubicBezTo>
                <a:lnTo>
                  <a:pt x="507" y="346"/>
                </a:lnTo>
                <a:close/>
                <a:moveTo>
                  <a:pt x="268" y="506"/>
                </a:moveTo>
                <a:lnTo>
                  <a:pt x="268" y="506"/>
                </a:lnTo>
                <a:cubicBezTo>
                  <a:pt x="136" y="506"/>
                  <a:pt x="30" y="480"/>
                  <a:pt x="30" y="447"/>
                </a:cubicBezTo>
                <a:lnTo>
                  <a:pt x="30" y="447"/>
                </a:lnTo>
                <a:cubicBezTo>
                  <a:pt x="30" y="442"/>
                  <a:pt x="32" y="437"/>
                  <a:pt x="37" y="432"/>
                </a:cubicBezTo>
                <a:lnTo>
                  <a:pt x="37" y="432"/>
                </a:lnTo>
                <a:cubicBezTo>
                  <a:pt x="84" y="458"/>
                  <a:pt x="169" y="476"/>
                  <a:pt x="268" y="476"/>
                </a:cubicBezTo>
                <a:lnTo>
                  <a:pt x="268" y="476"/>
                </a:lnTo>
                <a:cubicBezTo>
                  <a:pt x="367" y="476"/>
                  <a:pt x="453" y="458"/>
                  <a:pt x="500" y="432"/>
                </a:cubicBezTo>
                <a:lnTo>
                  <a:pt x="500" y="432"/>
                </a:lnTo>
                <a:cubicBezTo>
                  <a:pt x="504" y="437"/>
                  <a:pt x="507" y="442"/>
                  <a:pt x="507" y="447"/>
                </a:cubicBezTo>
                <a:lnTo>
                  <a:pt x="507" y="447"/>
                </a:lnTo>
                <a:cubicBezTo>
                  <a:pt x="507" y="480"/>
                  <a:pt x="400" y="506"/>
                  <a:pt x="268" y="506"/>
                </a:cubicBezTo>
                <a:close/>
                <a:moveTo>
                  <a:pt x="507" y="525"/>
                </a:moveTo>
                <a:lnTo>
                  <a:pt x="507" y="566"/>
                </a:lnTo>
                <a:lnTo>
                  <a:pt x="507" y="566"/>
                </a:lnTo>
                <a:cubicBezTo>
                  <a:pt x="507" y="599"/>
                  <a:pt x="400" y="625"/>
                  <a:pt x="268" y="625"/>
                </a:cubicBezTo>
                <a:lnTo>
                  <a:pt x="268" y="625"/>
                </a:lnTo>
                <a:cubicBezTo>
                  <a:pt x="136" y="625"/>
                  <a:pt x="30" y="599"/>
                  <a:pt x="30" y="566"/>
                </a:cubicBezTo>
                <a:lnTo>
                  <a:pt x="30" y="525"/>
                </a:lnTo>
                <a:lnTo>
                  <a:pt x="30" y="487"/>
                </a:lnTo>
                <a:lnTo>
                  <a:pt x="30" y="487"/>
                </a:lnTo>
                <a:cubicBezTo>
                  <a:pt x="74" y="516"/>
                  <a:pt x="164" y="536"/>
                  <a:pt x="268" y="536"/>
                </a:cubicBezTo>
                <a:lnTo>
                  <a:pt x="268" y="536"/>
                </a:lnTo>
                <a:cubicBezTo>
                  <a:pt x="372" y="536"/>
                  <a:pt x="462" y="516"/>
                  <a:pt x="507" y="487"/>
                </a:cubicBezTo>
                <a:lnTo>
                  <a:pt x="507" y="525"/>
                </a:lnTo>
                <a:close/>
                <a:moveTo>
                  <a:pt x="536" y="90"/>
                </a:moveTo>
                <a:lnTo>
                  <a:pt x="536" y="90"/>
                </a:lnTo>
                <a:cubicBezTo>
                  <a:pt x="536" y="40"/>
                  <a:pt x="416" y="0"/>
                  <a:pt x="268" y="0"/>
                </a:cubicBezTo>
                <a:lnTo>
                  <a:pt x="268" y="0"/>
                </a:lnTo>
                <a:cubicBezTo>
                  <a:pt x="120" y="0"/>
                  <a:pt x="0" y="40"/>
                  <a:pt x="0" y="90"/>
                </a:cubicBezTo>
                <a:lnTo>
                  <a:pt x="0" y="209"/>
                </a:lnTo>
                <a:lnTo>
                  <a:pt x="0" y="209"/>
                </a:lnTo>
                <a:cubicBezTo>
                  <a:pt x="0" y="219"/>
                  <a:pt x="6" y="229"/>
                  <a:pt x="15" y="239"/>
                </a:cubicBezTo>
                <a:lnTo>
                  <a:pt x="15" y="239"/>
                </a:lnTo>
                <a:cubicBezTo>
                  <a:pt x="6" y="248"/>
                  <a:pt x="0" y="258"/>
                  <a:pt x="0" y="268"/>
                </a:cubicBezTo>
                <a:lnTo>
                  <a:pt x="0" y="387"/>
                </a:lnTo>
                <a:lnTo>
                  <a:pt x="0" y="387"/>
                </a:lnTo>
                <a:cubicBezTo>
                  <a:pt x="0" y="397"/>
                  <a:pt x="6" y="407"/>
                  <a:pt x="15" y="417"/>
                </a:cubicBezTo>
                <a:lnTo>
                  <a:pt x="15" y="417"/>
                </a:lnTo>
                <a:cubicBezTo>
                  <a:pt x="6" y="426"/>
                  <a:pt x="0" y="436"/>
                  <a:pt x="0" y="447"/>
                </a:cubicBezTo>
                <a:lnTo>
                  <a:pt x="0" y="566"/>
                </a:lnTo>
                <a:lnTo>
                  <a:pt x="0" y="566"/>
                </a:lnTo>
                <a:cubicBezTo>
                  <a:pt x="0" y="615"/>
                  <a:pt x="120" y="655"/>
                  <a:pt x="268" y="655"/>
                </a:cubicBezTo>
                <a:lnTo>
                  <a:pt x="268" y="655"/>
                </a:lnTo>
                <a:cubicBezTo>
                  <a:pt x="416" y="655"/>
                  <a:pt x="536" y="615"/>
                  <a:pt x="536" y="566"/>
                </a:cubicBezTo>
                <a:lnTo>
                  <a:pt x="536" y="447"/>
                </a:lnTo>
                <a:lnTo>
                  <a:pt x="536" y="447"/>
                </a:lnTo>
                <a:cubicBezTo>
                  <a:pt x="536" y="436"/>
                  <a:pt x="531" y="426"/>
                  <a:pt x="521" y="417"/>
                </a:cubicBezTo>
                <a:lnTo>
                  <a:pt x="521" y="417"/>
                </a:lnTo>
                <a:cubicBezTo>
                  <a:pt x="531" y="407"/>
                  <a:pt x="536" y="397"/>
                  <a:pt x="536" y="387"/>
                </a:cubicBezTo>
                <a:lnTo>
                  <a:pt x="536" y="268"/>
                </a:lnTo>
                <a:lnTo>
                  <a:pt x="536" y="268"/>
                </a:lnTo>
                <a:cubicBezTo>
                  <a:pt x="536" y="258"/>
                  <a:pt x="531" y="248"/>
                  <a:pt x="521" y="239"/>
                </a:cubicBezTo>
                <a:lnTo>
                  <a:pt x="521" y="239"/>
                </a:lnTo>
                <a:cubicBezTo>
                  <a:pt x="531" y="229"/>
                  <a:pt x="536" y="219"/>
                  <a:pt x="536" y="209"/>
                </a:cubicBezTo>
                <a:lnTo>
                  <a:pt x="536" y="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5" name="Freeform 360">
            <a:extLst>
              <a:ext uri="{FF2B5EF4-FFF2-40B4-BE49-F238E27FC236}">
                <a16:creationId xmlns:a16="http://schemas.microsoft.com/office/drawing/2014/main" id="{428A2870-F59F-7346-9DE5-9095E2E02F98}"/>
              </a:ext>
            </a:extLst>
          </p:cNvPr>
          <p:cNvSpPr>
            <a:spLocks noGrp="1"/>
          </p:cNvSpPr>
          <p:nvPr/>
        </p:nvSpPr>
        <p:spPr>
          <a:xfrm>
            <a:off x="2103793" y="4040637"/>
            <a:ext cx="3680267" cy="2982666"/>
          </a:xfrm>
          <a:custGeom>
            <a:avLst/>
            <a:gdLst>
              <a:gd name="T0" fmla="*/ 35 w 2953"/>
              <a:gd name="T1" fmla="*/ 2392 h 2393"/>
              <a:gd name="T2" fmla="*/ 0 w 2953"/>
              <a:gd name="T3" fmla="*/ 2392 h 2393"/>
              <a:gd name="T4" fmla="*/ 1273 w 2953"/>
              <a:gd name="T5" fmla="*/ 0 h 2393"/>
              <a:gd name="T6" fmla="*/ 2539 w 2953"/>
              <a:gd name="T7" fmla="*/ 0 h 2393"/>
              <a:gd name="T8" fmla="*/ 2952 w 2953"/>
              <a:gd name="T9" fmla="*/ 776 h 2393"/>
              <a:gd name="T10" fmla="*/ 2925 w 2953"/>
              <a:gd name="T11" fmla="*/ 790 h 2393"/>
              <a:gd name="T12" fmla="*/ 2521 w 2953"/>
              <a:gd name="T13" fmla="*/ 30 h 2393"/>
              <a:gd name="T14" fmla="*/ 1292 w 2953"/>
              <a:gd name="T15" fmla="*/ 30 h 2393"/>
              <a:gd name="T16" fmla="*/ 35 w 2953"/>
              <a:gd name="T17" fmla="*/ 2392 h 2393"/>
            </a:gdLst>
            <a:ahLst/>
            <a:cxnLst/>
            <a:rect l="0" t="0" r="r" b="b"/>
            <a:pathLst>
              <a:path w="2953" h="2393">
                <a:moveTo>
                  <a:pt x="35" y="2392"/>
                </a:moveTo>
                <a:lnTo>
                  <a:pt x="0" y="2392"/>
                </a:lnTo>
                <a:lnTo>
                  <a:pt x="1273" y="0"/>
                </a:lnTo>
                <a:lnTo>
                  <a:pt x="2539" y="0"/>
                </a:lnTo>
                <a:lnTo>
                  <a:pt x="2952" y="776"/>
                </a:lnTo>
                <a:lnTo>
                  <a:pt x="2925" y="790"/>
                </a:lnTo>
                <a:lnTo>
                  <a:pt x="2521" y="30"/>
                </a:lnTo>
                <a:lnTo>
                  <a:pt x="1292" y="30"/>
                </a:lnTo>
                <a:lnTo>
                  <a:pt x="35" y="2392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6" name="Freeform 361">
            <a:extLst>
              <a:ext uri="{FF2B5EF4-FFF2-40B4-BE49-F238E27FC236}">
                <a16:creationId xmlns:a16="http://schemas.microsoft.com/office/drawing/2014/main" id="{3B629CE8-1558-C14C-AB89-E72EB82BB6A6}"/>
              </a:ext>
            </a:extLst>
          </p:cNvPr>
          <p:cNvSpPr>
            <a:spLocks noGrp="1"/>
          </p:cNvSpPr>
          <p:nvPr/>
        </p:nvSpPr>
        <p:spPr>
          <a:xfrm>
            <a:off x="5405046" y="4655846"/>
            <a:ext cx="719573" cy="719576"/>
          </a:xfrm>
          <a:custGeom>
            <a:avLst/>
            <a:gdLst>
              <a:gd name="T0" fmla="*/ 577 w 578"/>
              <a:gd name="T1" fmla="*/ 289 h 579"/>
              <a:gd name="T2" fmla="*/ 577 w 578"/>
              <a:gd name="T3" fmla="*/ 289 h 579"/>
              <a:gd name="T4" fmla="*/ 289 w 578"/>
              <a:gd name="T5" fmla="*/ 578 h 579"/>
              <a:gd name="T6" fmla="*/ 289 w 578"/>
              <a:gd name="T7" fmla="*/ 578 h 579"/>
              <a:gd name="T8" fmla="*/ 0 w 578"/>
              <a:gd name="T9" fmla="*/ 289 h 579"/>
              <a:gd name="T10" fmla="*/ 0 w 578"/>
              <a:gd name="T11" fmla="*/ 289 h 579"/>
              <a:gd name="T12" fmla="*/ 289 w 578"/>
              <a:gd name="T13" fmla="*/ 0 h 579"/>
              <a:gd name="T14" fmla="*/ 289 w 578"/>
              <a:gd name="T15" fmla="*/ 0 h 579"/>
              <a:gd name="T16" fmla="*/ 577 w 578"/>
              <a:gd name="T17" fmla="*/ 289 h 579"/>
            </a:gdLst>
            <a:ahLst/>
            <a:cxnLst/>
            <a:rect l="0" t="0" r="r" b="b"/>
            <a:pathLst>
              <a:path w="578" h="579">
                <a:moveTo>
                  <a:pt x="577" y="289"/>
                </a:moveTo>
                <a:lnTo>
                  <a:pt x="577" y="289"/>
                </a:lnTo>
                <a:cubicBezTo>
                  <a:pt x="577" y="449"/>
                  <a:pt x="448" y="578"/>
                  <a:pt x="289" y="578"/>
                </a:cubicBezTo>
                <a:lnTo>
                  <a:pt x="289" y="578"/>
                </a:lnTo>
                <a:cubicBezTo>
                  <a:pt x="129" y="578"/>
                  <a:pt x="0" y="449"/>
                  <a:pt x="0" y="289"/>
                </a:cubicBezTo>
                <a:lnTo>
                  <a:pt x="0" y="289"/>
                </a:lnTo>
                <a:cubicBezTo>
                  <a:pt x="0" y="129"/>
                  <a:pt x="129" y="0"/>
                  <a:pt x="289" y="0"/>
                </a:cubicBezTo>
                <a:lnTo>
                  <a:pt x="289" y="0"/>
                </a:lnTo>
                <a:cubicBezTo>
                  <a:pt x="448" y="0"/>
                  <a:pt x="577" y="129"/>
                  <a:pt x="577" y="289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7" name="Freeform 363">
            <a:extLst>
              <a:ext uri="{FF2B5EF4-FFF2-40B4-BE49-F238E27FC236}">
                <a16:creationId xmlns:a16="http://schemas.microsoft.com/office/drawing/2014/main" id="{BB551A07-3A98-A548-80DE-DBA21372365D}"/>
              </a:ext>
            </a:extLst>
          </p:cNvPr>
          <p:cNvSpPr>
            <a:spLocks noGrp="1"/>
          </p:cNvSpPr>
          <p:nvPr/>
        </p:nvSpPr>
        <p:spPr>
          <a:xfrm>
            <a:off x="2103789" y="7017805"/>
            <a:ext cx="642675" cy="620703"/>
          </a:xfrm>
          <a:custGeom>
            <a:avLst/>
            <a:gdLst>
              <a:gd name="T0" fmla="*/ 0 w 515"/>
              <a:gd name="T1" fmla="*/ 497 h 498"/>
              <a:gd name="T2" fmla="*/ 0 w 515"/>
              <a:gd name="T3" fmla="*/ 0 h 498"/>
              <a:gd name="T4" fmla="*/ 514 w 515"/>
              <a:gd name="T5" fmla="*/ 0 h 498"/>
              <a:gd name="T6" fmla="*/ 0 w 515"/>
              <a:gd name="T7" fmla="*/ 497 h 498"/>
            </a:gdLst>
            <a:ahLst/>
            <a:cxnLst/>
            <a:rect l="0" t="0" r="r" b="b"/>
            <a:pathLst>
              <a:path w="515" h="498">
                <a:moveTo>
                  <a:pt x="0" y="497"/>
                </a:moveTo>
                <a:lnTo>
                  <a:pt x="0" y="0"/>
                </a:lnTo>
                <a:lnTo>
                  <a:pt x="514" y="0"/>
                </a:lnTo>
                <a:lnTo>
                  <a:pt x="0" y="497"/>
                </a:lnTo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8" name="Freeform 364">
            <a:extLst>
              <a:ext uri="{FF2B5EF4-FFF2-40B4-BE49-F238E27FC236}">
                <a16:creationId xmlns:a16="http://schemas.microsoft.com/office/drawing/2014/main" id="{8A74CE37-3382-9D46-AD99-EE1C7923F2FB}"/>
              </a:ext>
            </a:extLst>
          </p:cNvPr>
          <p:cNvSpPr>
            <a:spLocks noGrp="1"/>
          </p:cNvSpPr>
          <p:nvPr/>
        </p:nvSpPr>
        <p:spPr>
          <a:xfrm>
            <a:off x="7486867" y="5100772"/>
            <a:ext cx="3257313" cy="2169708"/>
          </a:xfrm>
          <a:custGeom>
            <a:avLst/>
            <a:gdLst>
              <a:gd name="T0" fmla="*/ 2612 w 2613"/>
              <a:gd name="T1" fmla="*/ 871 h 1743"/>
              <a:gd name="T2" fmla="*/ 1968 w 2613"/>
              <a:gd name="T3" fmla="*/ 0 h 1743"/>
              <a:gd name="T4" fmla="*/ 1968 w 2613"/>
              <a:gd name="T5" fmla="*/ 200 h 1743"/>
              <a:gd name="T6" fmla="*/ 714 w 2613"/>
              <a:gd name="T7" fmla="*/ 200 h 1743"/>
              <a:gd name="T8" fmla="*/ 0 w 2613"/>
              <a:gd name="T9" fmla="*/ 1541 h 1743"/>
              <a:gd name="T10" fmla="*/ 1968 w 2613"/>
              <a:gd name="T11" fmla="*/ 1541 h 1743"/>
              <a:gd name="T12" fmla="*/ 1968 w 2613"/>
              <a:gd name="T13" fmla="*/ 1742 h 1743"/>
              <a:gd name="T14" fmla="*/ 2612 w 2613"/>
              <a:gd name="T15" fmla="*/ 871 h 1743"/>
            </a:gdLst>
            <a:ahLst/>
            <a:cxnLst/>
            <a:rect l="0" t="0" r="r" b="b"/>
            <a:pathLst>
              <a:path w="2613" h="1743">
                <a:moveTo>
                  <a:pt x="2612" y="871"/>
                </a:moveTo>
                <a:lnTo>
                  <a:pt x="1968" y="0"/>
                </a:lnTo>
                <a:lnTo>
                  <a:pt x="1968" y="200"/>
                </a:lnTo>
                <a:lnTo>
                  <a:pt x="714" y="200"/>
                </a:lnTo>
                <a:lnTo>
                  <a:pt x="0" y="1541"/>
                </a:lnTo>
                <a:lnTo>
                  <a:pt x="1968" y="1541"/>
                </a:lnTo>
                <a:lnTo>
                  <a:pt x="1968" y="1742"/>
                </a:lnTo>
                <a:lnTo>
                  <a:pt x="2612" y="871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9" name="Freeform 365">
            <a:extLst>
              <a:ext uri="{FF2B5EF4-FFF2-40B4-BE49-F238E27FC236}">
                <a16:creationId xmlns:a16="http://schemas.microsoft.com/office/drawing/2014/main" id="{E669614E-A68F-EA47-8439-DE2BE5876E9C}"/>
              </a:ext>
            </a:extLst>
          </p:cNvPr>
          <p:cNvSpPr>
            <a:spLocks noGrp="1"/>
          </p:cNvSpPr>
          <p:nvPr/>
        </p:nvSpPr>
        <p:spPr>
          <a:xfrm>
            <a:off x="7486870" y="4040637"/>
            <a:ext cx="3680267" cy="2982666"/>
          </a:xfrm>
          <a:custGeom>
            <a:avLst/>
            <a:gdLst>
              <a:gd name="T0" fmla="*/ 35 w 2954"/>
              <a:gd name="T1" fmla="*/ 2392 h 2393"/>
              <a:gd name="T2" fmla="*/ 0 w 2954"/>
              <a:gd name="T3" fmla="*/ 2392 h 2393"/>
              <a:gd name="T4" fmla="*/ 1274 w 2954"/>
              <a:gd name="T5" fmla="*/ 0 h 2393"/>
              <a:gd name="T6" fmla="*/ 2540 w 2954"/>
              <a:gd name="T7" fmla="*/ 0 h 2393"/>
              <a:gd name="T8" fmla="*/ 2953 w 2954"/>
              <a:gd name="T9" fmla="*/ 776 h 2393"/>
              <a:gd name="T10" fmla="*/ 2926 w 2954"/>
              <a:gd name="T11" fmla="*/ 790 h 2393"/>
              <a:gd name="T12" fmla="*/ 2521 w 2954"/>
              <a:gd name="T13" fmla="*/ 30 h 2393"/>
              <a:gd name="T14" fmla="*/ 1293 w 2954"/>
              <a:gd name="T15" fmla="*/ 30 h 2393"/>
              <a:gd name="T16" fmla="*/ 35 w 2954"/>
              <a:gd name="T17" fmla="*/ 2392 h 2393"/>
            </a:gdLst>
            <a:ahLst/>
            <a:cxnLst/>
            <a:rect l="0" t="0" r="r" b="b"/>
            <a:pathLst>
              <a:path w="2954" h="2393">
                <a:moveTo>
                  <a:pt x="35" y="2392"/>
                </a:moveTo>
                <a:lnTo>
                  <a:pt x="0" y="2392"/>
                </a:lnTo>
                <a:lnTo>
                  <a:pt x="1274" y="0"/>
                </a:lnTo>
                <a:lnTo>
                  <a:pt x="2540" y="0"/>
                </a:lnTo>
                <a:lnTo>
                  <a:pt x="2953" y="776"/>
                </a:lnTo>
                <a:lnTo>
                  <a:pt x="2926" y="790"/>
                </a:lnTo>
                <a:lnTo>
                  <a:pt x="2521" y="30"/>
                </a:lnTo>
                <a:lnTo>
                  <a:pt x="1293" y="30"/>
                </a:lnTo>
                <a:lnTo>
                  <a:pt x="35" y="2392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0" name="Freeform 366">
            <a:extLst>
              <a:ext uri="{FF2B5EF4-FFF2-40B4-BE49-F238E27FC236}">
                <a16:creationId xmlns:a16="http://schemas.microsoft.com/office/drawing/2014/main" id="{01AB2DF2-9315-534A-A168-9E6EA939A33E}"/>
              </a:ext>
            </a:extLst>
          </p:cNvPr>
          <p:cNvSpPr>
            <a:spLocks noGrp="1"/>
          </p:cNvSpPr>
          <p:nvPr/>
        </p:nvSpPr>
        <p:spPr>
          <a:xfrm>
            <a:off x="10788123" y="4655846"/>
            <a:ext cx="725068" cy="719576"/>
          </a:xfrm>
          <a:custGeom>
            <a:avLst/>
            <a:gdLst>
              <a:gd name="T0" fmla="*/ 579 w 580"/>
              <a:gd name="T1" fmla="*/ 289 h 579"/>
              <a:gd name="T2" fmla="*/ 579 w 580"/>
              <a:gd name="T3" fmla="*/ 289 h 579"/>
              <a:gd name="T4" fmla="*/ 289 w 580"/>
              <a:gd name="T5" fmla="*/ 578 h 579"/>
              <a:gd name="T6" fmla="*/ 289 w 580"/>
              <a:gd name="T7" fmla="*/ 578 h 579"/>
              <a:gd name="T8" fmla="*/ 0 w 580"/>
              <a:gd name="T9" fmla="*/ 289 h 579"/>
              <a:gd name="T10" fmla="*/ 0 w 580"/>
              <a:gd name="T11" fmla="*/ 289 h 579"/>
              <a:gd name="T12" fmla="*/ 289 w 580"/>
              <a:gd name="T13" fmla="*/ 0 h 579"/>
              <a:gd name="T14" fmla="*/ 289 w 580"/>
              <a:gd name="T15" fmla="*/ 0 h 579"/>
              <a:gd name="T16" fmla="*/ 579 w 580"/>
              <a:gd name="T17" fmla="*/ 289 h 579"/>
            </a:gdLst>
            <a:ahLst/>
            <a:cxnLst/>
            <a:rect l="0" t="0" r="r" b="b"/>
            <a:pathLst>
              <a:path w="580" h="579">
                <a:moveTo>
                  <a:pt x="579" y="289"/>
                </a:moveTo>
                <a:lnTo>
                  <a:pt x="579" y="289"/>
                </a:lnTo>
                <a:cubicBezTo>
                  <a:pt x="579" y="449"/>
                  <a:pt x="449" y="578"/>
                  <a:pt x="289" y="578"/>
                </a:cubicBezTo>
                <a:lnTo>
                  <a:pt x="289" y="578"/>
                </a:lnTo>
                <a:cubicBezTo>
                  <a:pt x="130" y="578"/>
                  <a:pt x="0" y="449"/>
                  <a:pt x="0" y="289"/>
                </a:cubicBezTo>
                <a:lnTo>
                  <a:pt x="0" y="289"/>
                </a:lnTo>
                <a:cubicBezTo>
                  <a:pt x="0" y="129"/>
                  <a:pt x="130" y="0"/>
                  <a:pt x="289" y="0"/>
                </a:cubicBezTo>
                <a:lnTo>
                  <a:pt x="289" y="0"/>
                </a:lnTo>
                <a:cubicBezTo>
                  <a:pt x="449" y="0"/>
                  <a:pt x="579" y="129"/>
                  <a:pt x="579" y="289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1" name="Freeform 367">
            <a:extLst>
              <a:ext uri="{FF2B5EF4-FFF2-40B4-BE49-F238E27FC236}">
                <a16:creationId xmlns:a16="http://schemas.microsoft.com/office/drawing/2014/main" id="{75B1B6F4-3880-9042-B7BE-FF62EEC78236}"/>
              </a:ext>
            </a:extLst>
          </p:cNvPr>
          <p:cNvSpPr>
            <a:spLocks noGrp="1"/>
          </p:cNvSpPr>
          <p:nvPr/>
        </p:nvSpPr>
        <p:spPr>
          <a:xfrm>
            <a:off x="7486867" y="7017805"/>
            <a:ext cx="642675" cy="620703"/>
          </a:xfrm>
          <a:custGeom>
            <a:avLst/>
            <a:gdLst>
              <a:gd name="T0" fmla="*/ 0 w 516"/>
              <a:gd name="T1" fmla="*/ 497 h 498"/>
              <a:gd name="T2" fmla="*/ 0 w 516"/>
              <a:gd name="T3" fmla="*/ 0 h 498"/>
              <a:gd name="T4" fmla="*/ 515 w 516"/>
              <a:gd name="T5" fmla="*/ 0 h 498"/>
              <a:gd name="T6" fmla="*/ 0 w 516"/>
              <a:gd name="T7" fmla="*/ 497 h 498"/>
            </a:gdLst>
            <a:ahLst/>
            <a:cxnLst/>
            <a:rect l="0" t="0" r="r" b="b"/>
            <a:pathLst>
              <a:path w="516" h="498">
                <a:moveTo>
                  <a:pt x="0" y="497"/>
                </a:moveTo>
                <a:lnTo>
                  <a:pt x="0" y="0"/>
                </a:lnTo>
                <a:lnTo>
                  <a:pt x="515" y="0"/>
                </a:lnTo>
                <a:lnTo>
                  <a:pt x="0" y="497"/>
                </a:lnTo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2" name="Freeform 368">
            <a:extLst>
              <a:ext uri="{FF2B5EF4-FFF2-40B4-BE49-F238E27FC236}">
                <a16:creationId xmlns:a16="http://schemas.microsoft.com/office/drawing/2014/main" id="{47F06CC2-27C8-0142-AC78-8E04C1B64F64}"/>
              </a:ext>
            </a:extLst>
          </p:cNvPr>
          <p:cNvSpPr>
            <a:spLocks noGrp="1"/>
          </p:cNvSpPr>
          <p:nvPr/>
        </p:nvSpPr>
        <p:spPr>
          <a:xfrm>
            <a:off x="8750242" y="5776402"/>
            <a:ext cx="818449" cy="818449"/>
          </a:xfrm>
          <a:custGeom>
            <a:avLst/>
            <a:gdLst>
              <a:gd name="T0" fmla="*/ 567 w 657"/>
              <a:gd name="T1" fmla="*/ 491 h 656"/>
              <a:gd name="T2" fmla="*/ 581 w 657"/>
              <a:gd name="T3" fmla="*/ 506 h 656"/>
              <a:gd name="T4" fmla="*/ 581 w 657"/>
              <a:gd name="T5" fmla="*/ 476 h 656"/>
              <a:gd name="T6" fmla="*/ 149 w 657"/>
              <a:gd name="T7" fmla="*/ 328 h 656"/>
              <a:gd name="T8" fmla="*/ 328 w 657"/>
              <a:gd name="T9" fmla="*/ 209 h 656"/>
              <a:gd name="T10" fmla="*/ 477 w 657"/>
              <a:gd name="T11" fmla="*/ 262 h 656"/>
              <a:gd name="T12" fmla="*/ 507 w 657"/>
              <a:gd name="T13" fmla="*/ 328 h 656"/>
              <a:gd name="T14" fmla="*/ 406 w 657"/>
              <a:gd name="T15" fmla="*/ 190 h 656"/>
              <a:gd name="T16" fmla="*/ 328 w 657"/>
              <a:gd name="T17" fmla="*/ 179 h 656"/>
              <a:gd name="T18" fmla="*/ 328 w 657"/>
              <a:gd name="T19" fmla="*/ 476 h 656"/>
              <a:gd name="T20" fmla="*/ 536 w 657"/>
              <a:gd name="T21" fmla="*/ 328 h 656"/>
              <a:gd name="T22" fmla="*/ 581 w 657"/>
              <a:gd name="T23" fmla="*/ 60 h 656"/>
              <a:gd name="T24" fmla="*/ 567 w 657"/>
              <a:gd name="T25" fmla="*/ 74 h 656"/>
              <a:gd name="T26" fmla="*/ 596 w 657"/>
              <a:gd name="T27" fmla="*/ 74 h 656"/>
              <a:gd name="T28" fmla="*/ 626 w 657"/>
              <a:gd name="T29" fmla="*/ 506 h 656"/>
              <a:gd name="T30" fmla="*/ 59 w 657"/>
              <a:gd name="T31" fmla="*/ 536 h 656"/>
              <a:gd name="T32" fmla="*/ 30 w 657"/>
              <a:gd name="T33" fmla="*/ 60 h 656"/>
              <a:gd name="T34" fmla="*/ 596 w 657"/>
              <a:gd name="T35" fmla="*/ 30 h 656"/>
              <a:gd name="T36" fmla="*/ 626 w 657"/>
              <a:gd name="T37" fmla="*/ 506 h 656"/>
              <a:gd name="T38" fmla="*/ 596 w 657"/>
              <a:gd name="T39" fmla="*/ 625 h 656"/>
              <a:gd name="T40" fmla="*/ 30 w 657"/>
              <a:gd name="T41" fmla="*/ 596 h 656"/>
              <a:gd name="T42" fmla="*/ 59 w 657"/>
              <a:gd name="T43" fmla="*/ 566 h 656"/>
              <a:gd name="T44" fmla="*/ 626 w 657"/>
              <a:gd name="T45" fmla="*/ 557 h 656"/>
              <a:gd name="T46" fmla="*/ 59 w 657"/>
              <a:gd name="T47" fmla="*/ 0 h 656"/>
              <a:gd name="T48" fmla="*/ 0 w 657"/>
              <a:gd name="T49" fmla="*/ 596 h 656"/>
              <a:gd name="T50" fmla="*/ 596 w 657"/>
              <a:gd name="T51" fmla="*/ 655 h 656"/>
              <a:gd name="T52" fmla="*/ 656 w 657"/>
              <a:gd name="T53" fmla="*/ 60 h 656"/>
              <a:gd name="T54" fmla="*/ 328 w 657"/>
              <a:gd name="T55" fmla="*/ 343 h 656"/>
              <a:gd name="T56" fmla="*/ 298 w 657"/>
              <a:gd name="T57" fmla="*/ 328 h 656"/>
              <a:gd name="T58" fmla="*/ 357 w 657"/>
              <a:gd name="T59" fmla="*/ 328 h 656"/>
              <a:gd name="T60" fmla="*/ 328 w 657"/>
              <a:gd name="T61" fmla="*/ 284 h 656"/>
              <a:gd name="T62" fmla="*/ 268 w 657"/>
              <a:gd name="T63" fmla="*/ 328 h 656"/>
              <a:gd name="T64" fmla="*/ 387 w 657"/>
              <a:gd name="T65" fmla="*/ 328 h 656"/>
              <a:gd name="T66" fmla="*/ 172 w 657"/>
              <a:gd name="T67" fmla="*/ 135 h 656"/>
              <a:gd name="T68" fmla="*/ 387 w 657"/>
              <a:gd name="T69" fmla="*/ 112 h 656"/>
              <a:gd name="T70" fmla="*/ 172 w 657"/>
              <a:gd name="T71" fmla="*/ 90 h 656"/>
              <a:gd name="T72" fmla="*/ 149 w 657"/>
              <a:gd name="T73" fmla="*/ 112 h 656"/>
              <a:gd name="T74" fmla="*/ 74 w 657"/>
              <a:gd name="T75" fmla="*/ 60 h 656"/>
              <a:gd name="T76" fmla="*/ 74 w 657"/>
              <a:gd name="T77" fmla="*/ 90 h 656"/>
              <a:gd name="T78" fmla="*/ 89 w 657"/>
              <a:gd name="T79" fmla="*/ 74 h 656"/>
              <a:gd name="T80" fmla="*/ 74 w 657"/>
              <a:gd name="T81" fmla="*/ 476 h 656"/>
              <a:gd name="T82" fmla="*/ 74 w 657"/>
              <a:gd name="T83" fmla="*/ 506 h 656"/>
              <a:gd name="T84" fmla="*/ 89 w 657"/>
              <a:gd name="T85" fmla="*/ 491 h 656"/>
            </a:gdLst>
            <a:ahLst/>
            <a:cxnLst/>
            <a:rect l="0" t="0" r="r" b="b"/>
            <a:pathLst>
              <a:path w="657" h="656">
                <a:moveTo>
                  <a:pt x="581" y="476"/>
                </a:moveTo>
                <a:lnTo>
                  <a:pt x="581" y="476"/>
                </a:lnTo>
                <a:cubicBezTo>
                  <a:pt x="573" y="476"/>
                  <a:pt x="567" y="483"/>
                  <a:pt x="567" y="491"/>
                </a:cubicBezTo>
                <a:lnTo>
                  <a:pt x="567" y="491"/>
                </a:lnTo>
                <a:cubicBezTo>
                  <a:pt x="567" y="499"/>
                  <a:pt x="573" y="506"/>
                  <a:pt x="581" y="506"/>
                </a:cubicBezTo>
                <a:lnTo>
                  <a:pt x="581" y="506"/>
                </a:lnTo>
                <a:cubicBezTo>
                  <a:pt x="589" y="506"/>
                  <a:pt x="596" y="499"/>
                  <a:pt x="596" y="491"/>
                </a:cubicBezTo>
                <a:lnTo>
                  <a:pt x="596" y="491"/>
                </a:lnTo>
                <a:cubicBezTo>
                  <a:pt x="596" y="483"/>
                  <a:pt x="589" y="476"/>
                  <a:pt x="581" y="476"/>
                </a:cubicBezTo>
                <a:close/>
                <a:moveTo>
                  <a:pt x="328" y="447"/>
                </a:moveTo>
                <a:lnTo>
                  <a:pt x="328" y="447"/>
                </a:lnTo>
                <a:cubicBezTo>
                  <a:pt x="229" y="447"/>
                  <a:pt x="149" y="393"/>
                  <a:pt x="149" y="328"/>
                </a:cubicBezTo>
                <a:lnTo>
                  <a:pt x="149" y="328"/>
                </a:lnTo>
                <a:cubicBezTo>
                  <a:pt x="149" y="262"/>
                  <a:pt x="229" y="209"/>
                  <a:pt x="328" y="209"/>
                </a:cubicBezTo>
                <a:lnTo>
                  <a:pt x="328" y="209"/>
                </a:lnTo>
                <a:cubicBezTo>
                  <a:pt x="361" y="209"/>
                  <a:pt x="392" y="215"/>
                  <a:pt x="419" y="226"/>
                </a:cubicBezTo>
                <a:lnTo>
                  <a:pt x="477" y="154"/>
                </a:lnTo>
                <a:lnTo>
                  <a:pt x="477" y="262"/>
                </a:lnTo>
                <a:lnTo>
                  <a:pt x="477" y="262"/>
                </a:lnTo>
                <a:cubicBezTo>
                  <a:pt x="496" y="281"/>
                  <a:pt x="507" y="304"/>
                  <a:pt x="507" y="328"/>
                </a:cubicBezTo>
                <a:lnTo>
                  <a:pt x="507" y="328"/>
                </a:lnTo>
                <a:cubicBezTo>
                  <a:pt x="507" y="393"/>
                  <a:pt x="426" y="447"/>
                  <a:pt x="328" y="447"/>
                </a:cubicBezTo>
                <a:close/>
                <a:moveTo>
                  <a:pt x="507" y="60"/>
                </a:moveTo>
                <a:lnTo>
                  <a:pt x="406" y="190"/>
                </a:lnTo>
                <a:lnTo>
                  <a:pt x="406" y="190"/>
                </a:lnTo>
                <a:cubicBezTo>
                  <a:pt x="381" y="183"/>
                  <a:pt x="355" y="179"/>
                  <a:pt x="328" y="179"/>
                </a:cubicBezTo>
                <a:lnTo>
                  <a:pt x="328" y="179"/>
                </a:lnTo>
                <a:cubicBezTo>
                  <a:pt x="213" y="179"/>
                  <a:pt x="119" y="246"/>
                  <a:pt x="119" y="328"/>
                </a:cubicBezTo>
                <a:lnTo>
                  <a:pt x="119" y="328"/>
                </a:lnTo>
                <a:cubicBezTo>
                  <a:pt x="119" y="409"/>
                  <a:pt x="213" y="476"/>
                  <a:pt x="328" y="476"/>
                </a:cubicBezTo>
                <a:lnTo>
                  <a:pt x="328" y="476"/>
                </a:lnTo>
                <a:cubicBezTo>
                  <a:pt x="443" y="476"/>
                  <a:pt x="536" y="409"/>
                  <a:pt x="536" y="328"/>
                </a:cubicBezTo>
                <a:lnTo>
                  <a:pt x="536" y="328"/>
                </a:lnTo>
                <a:cubicBezTo>
                  <a:pt x="536" y="300"/>
                  <a:pt x="526" y="274"/>
                  <a:pt x="507" y="252"/>
                </a:cubicBezTo>
                <a:lnTo>
                  <a:pt x="507" y="60"/>
                </a:lnTo>
                <a:close/>
                <a:moveTo>
                  <a:pt x="581" y="60"/>
                </a:moveTo>
                <a:lnTo>
                  <a:pt x="581" y="60"/>
                </a:lnTo>
                <a:cubicBezTo>
                  <a:pt x="573" y="60"/>
                  <a:pt x="567" y="67"/>
                  <a:pt x="567" y="74"/>
                </a:cubicBezTo>
                <a:lnTo>
                  <a:pt x="567" y="74"/>
                </a:lnTo>
                <a:cubicBezTo>
                  <a:pt x="567" y="83"/>
                  <a:pt x="573" y="90"/>
                  <a:pt x="581" y="90"/>
                </a:cubicBezTo>
                <a:lnTo>
                  <a:pt x="581" y="90"/>
                </a:lnTo>
                <a:cubicBezTo>
                  <a:pt x="589" y="90"/>
                  <a:pt x="596" y="83"/>
                  <a:pt x="596" y="74"/>
                </a:cubicBezTo>
                <a:lnTo>
                  <a:pt x="596" y="74"/>
                </a:lnTo>
                <a:cubicBezTo>
                  <a:pt x="596" y="67"/>
                  <a:pt x="589" y="60"/>
                  <a:pt x="581" y="60"/>
                </a:cubicBezTo>
                <a:close/>
                <a:moveTo>
                  <a:pt x="626" y="506"/>
                </a:moveTo>
                <a:lnTo>
                  <a:pt x="626" y="506"/>
                </a:lnTo>
                <a:cubicBezTo>
                  <a:pt x="626" y="522"/>
                  <a:pt x="612" y="536"/>
                  <a:pt x="596" y="536"/>
                </a:cubicBezTo>
                <a:lnTo>
                  <a:pt x="59" y="536"/>
                </a:lnTo>
                <a:lnTo>
                  <a:pt x="59" y="536"/>
                </a:lnTo>
                <a:cubicBezTo>
                  <a:pt x="43" y="536"/>
                  <a:pt x="30" y="522"/>
                  <a:pt x="30" y="506"/>
                </a:cubicBezTo>
                <a:lnTo>
                  <a:pt x="30" y="60"/>
                </a:lnTo>
                <a:lnTo>
                  <a:pt x="30" y="60"/>
                </a:lnTo>
                <a:cubicBezTo>
                  <a:pt x="30" y="43"/>
                  <a:pt x="43" y="30"/>
                  <a:pt x="59" y="30"/>
                </a:cubicBezTo>
                <a:lnTo>
                  <a:pt x="596" y="30"/>
                </a:lnTo>
                <a:lnTo>
                  <a:pt x="596" y="30"/>
                </a:lnTo>
                <a:cubicBezTo>
                  <a:pt x="612" y="30"/>
                  <a:pt x="626" y="43"/>
                  <a:pt x="626" y="60"/>
                </a:cubicBezTo>
                <a:lnTo>
                  <a:pt x="626" y="506"/>
                </a:lnTo>
                <a:close/>
                <a:moveTo>
                  <a:pt x="626" y="596"/>
                </a:moveTo>
                <a:lnTo>
                  <a:pt x="626" y="596"/>
                </a:lnTo>
                <a:cubicBezTo>
                  <a:pt x="626" y="612"/>
                  <a:pt x="612" y="625"/>
                  <a:pt x="596" y="625"/>
                </a:cubicBezTo>
                <a:lnTo>
                  <a:pt x="59" y="625"/>
                </a:lnTo>
                <a:lnTo>
                  <a:pt x="59" y="625"/>
                </a:lnTo>
                <a:cubicBezTo>
                  <a:pt x="43" y="625"/>
                  <a:pt x="30" y="612"/>
                  <a:pt x="30" y="596"/>
                </a:cubicBezTo>
                <a:lnTo>
                  <a:pt x="30" y="557"/>
                </a:lnTo>
                <a:lnTo>
                  <a:pt x="30" y="557"/>
                </a:lnTo>
                <a:cubicBezTo>
                  <a:pt x="38" y="563"/>
                  <a:pt x="48" y="566"/>
                  <a:pt x="59" y="566"/>
                </a:cubicBezTo>
                <a:lnTo>
                  <a:pt x="596" y="566"/>
                </a:lnTo>
                <a:lnTo>
                  <a:pt x="596" y="566"/>
                </a:lnTo>
                <a:cubicBezTo>
                  <a:pt x="607" y="566"/>
                  <a:pt x="617" y="563"/>
                  <a:pt x="626" y="557"/>
                </a:cubicBezTo>
                <a:lnTo>
                  <a:pt x="626" y="596"/>
                </a:lnTo>
                <a:close/>
                <a:moveTo>
                  <a:pt x="596" y="0"/>
                </a:moveTo>
                <a:lnTo>
                  <a:pt x="59" y="0"/>
                </a:lnTo>
                <a:lnTo>
                  <a:pt x="59" y="0"/>
                </a:lnTo>
                <a:cubicBezTo>
                  <a:pt x="27" y="0"/>
                  <a:pt x="0" y="27"/>
                  <a:pt x="0" y="60"/>
                </a:cubicBezTo>
                <a:lnTo>
                  <a:pt x="0" y="596"/>
                </a:lnTo>
                <a:lnTo>
                  <a:pt x="0" y="596"/>
                </a:lnTo>
                <a:cubicBezTo>
                  <a:pt x="0" y="628"/>
                  <a:pt x="27" y="655"/>
                  <a:pt x="59" y="655"/>
                </a:cubicBezTo>
                <a:lnTo>
                  <a:pt x="596" y="655"/>
                </a:lnTo>
                <a:lnTo>
                  <a:pt x="596" y="655"/>
                </a:lnTo>
                <a:cubicBezTo>
                  <a:pt x="629" y="655"/>
                  <a:pt x="656" y="628"/>
                  <a:pt x="656" y="596"/>
                </a:cubicBezTo>
                <a:lnTo>
                  <a:pt x="656" y="60"/>
                </a:lnTo>
                <a:lnTo>
                  <a:pt x="656" y="60"/>
                </a:lnTo>
                <a:cubicBezTo>
                  <a:pt x="656" y="27"/>
                  <a:pt x="629" y="0"/>
                  <a:pt x="596" y="0"/>
                </a:cubicBezTo>
                <a:close/>
                <a:moveTo>
                  <a:pt x="328" y="343"/>
                </a:moveTo>
                <a:lnTo>
                  <a:pt x="328" y="343"/>
                </a:lnTo>
                <a:cubicBezTo>
                  <a:pt x="311" y="343"/>
                  <a:pt x="298" y="336"/>
                  <a:pt x="298" y="328"/>
                </a:cubicBezTo>
                <a:lnTo>
                  <a:pt x="298" y="328"/>
                </a:lnTo>
                <a:cubicBezTo>
                  <a:pt x="298" y="320"/>
                  <a:pt x="311" y="313"/>
                  <a:pt x="328" y="313"/>
                </a:cubicBezTo>
                <a:lnTo>
                  <a:pt x="328" y="313"/>
                </a:lnTo>
                <a:cubicBezTo>
                  <a:pt x="344" y="313"/>
                  <a:pt x="357" y="320"/>
                  <a:pt x="357" y="328"/>
                </a:cubicBezTo>
                <a:lnTo>
                  <a:pt x="357" y="328"/>
                </a:lnTo>
                <a:cubicBezTo>
                  <a:pt x="357" y="336"/>
                  <a:pt x="344" y="343"/>
                  <a:pt x="328" y="343"/>
                </a:cubicBezTo>
                <a:close/>
                <a:moveTo>
                  <a:pt x="328" y="284"/>
                </a:moveTo>
                <a:lnTo>
                  <a:pt x="328" y="284"/>
                </a:lnTo>
                <a:cubicBezTo>
                  <a:pt x="295" y="284"/>
                  <a:pt x="268" y="303"/>
                  <a:pt x="268" y="328"/>
                </a:cubicBezTo>
                <a:lnTo>
                  <a:pt x="268" y="328"/>
                </a:lnTo>
                <a:cubicBezTo>
                  <a:pt x="268" y="352"/>
                  <a:pt x="295" y="372"/>
                  <a:pt x="328" y="372"/>
                </a:cubicBezTo>
                <a:lnTo>
                  <a:pt x="328" y="372"/>
                </a:lnTo>
                <a:cubicBezTo>
                  <a:pt x="361" y="372"/>
                  <a:pt x="387" y="352"/>
                  <a:pt x="387" y="328"/>
                </a:cubicBezTo>
                <a:lnTo>
                  <a:pt x="387" y="328"/>
                </a:lnTo>
                <a:cubicBezTo>
                  <a:pt x="387" y="303"/>
                  <a:pt x="361" y="284"/>
                  <a:pt x="328" y="284"/>
                </a:cubicBezTo>
                <a:close/>
                <a:moveTo>
                  <a:pt x="172" y="135"/>
                </a:moveTo>
                <a:lnTo>
                  <a:pt x="365" y="135"/>
                </a:lnTo>
                <a:lnTo>
                  <a:pt x="365" y="135"/>
                </a:lnTo>
                <a:cubicBezTo>
                  <a:pt x="378" y="135"/>
                  <a:pt x="387" y="124"/>
                  <a:pt x="387" y="112"/>
                </a:cubicBezTo>
                <a:lnTo>
                  <a:pt x="387" y="112"/>
                </a:lnTo>
                <a:cubicBezTo>
                  <a:pt x="387" y="100"/>
                  <a:pt x="378" y="90"/>
                  <a:pt x="365" y="90"/>
                </a:cubicBezTo>
                <a:lnTo>
                  <a:pt x="172" y="90"/>
                </a:lnTo>
                <a:lnTo>
                  <a:pt x="172" y="90"/>
                </a:lnTo>
                <a:cubicBezTo>
                  <a:pt x="159" y="90"/>
                  <a:pt x="149" y="100"/>
                  <a:pt x="149" y="112"/>
                </a:cubicBezTo>
                <a:lnTo>
                  <a:pt x="149" y="112"/>
                </a:lnTo>
                <a:cubicBezTo>
                  <a:pt x="149" y="124"/>
                  <a:pt x="159" y="135"/>
                  <a:pt x="172" y="135"/>
                </a:cubicBezTo>
                <a:close/>
                <a:moveTo>
                  <a:pt x="74" y="60"/>
                </a:moveTo>
                <a:lnTo>
                  <a:pt x="74" y="60"/>
                </a:lnTo>
                <a:cubicBezTo>
                  <a:pt x="66" y="60"/>
                  <a:pt x="59" y="67"/>
                  <a:pt x="59" y="74"/>
                </a:cubicBezTo>
                <a:lnTo>
                  <a:pt x="59" y="74"/>
                </a:lnTo>
                <a:cubicBezTo>
                  <a:pt x="59" y="83"/>
                  <a:pt x="66" y="90"/>
                  <a:pt x="74" y="90"/>
                </a:cubicBezTo>
                <a:lnTo>
                  <a:pt x="74" y="90"/>
                </a:lnTo>
                <a:cubicBezTo>
                  <a:pt x="83" y="90"/>
                  <a:pt x="89" y="83"/>
                  <a:pt x="89" y="74"/>
                </a:cubicBezTo>
                <a:lnTo>
                  <a:pt x="89" y="74"/>
                </a:lnTo>
                <a:cubicBezTo>
                  <a:pt x="89" y="67"/>
                  <a:pt x="83" y="60"/>
                  <a:pt x="74" y="60"/>
                </a:cubicBezTo>
                <a:close/>
                <a:moveTo>
                  <a:pt x="74" y="476"/>
                </a:moveTo>
                <a:lnTo>
                  <a:pt x="74" y="476"/>
                </a:lnTo>
                <a:cubicBezTo>
                  <a:pt x="66" y="476"/>
                  <a:pt x="59" y="483"/>
                  <a:pt x="59" y="491"/>
                </a:cubicBezTo>
                <a:lnTo>
                  <a:pt x="59" y="491"/>
                </a:lnTo>
                <a:cubicBezTo>
                  <a:pt x="59" y="499"/>
                  <a:pt x="66" y="506"/>
                  <a:pt x="74" y="506"/>
                </a:cubicBezTo>
                <a:lnTo>
                  <a:pt x="74" y="506"/>
                </a:lnTo>
                <a:cubicBezTo>
                  <a:pt x="83" y="506"/>
                  <a:pt x="89" y="499"/>
                  <a:pt x="89" y="491"/>
                </a:cubicBezTo>
                <a:lnTo>
                  <a:pt x="89" y="491"/>
                </a:lnTo>
                <a:cubicBezTo>
                  <a:pt x="89" y="483"/>
                  <a:pt x="83" y="476"/>
                  <a:pt x="74" y="47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3" name="Freeform 369">
            <a:extLst>
              <a:ext uri="{FF2B5EF4-FFF2-40B4-BE49-F238E27FC236}">
                <a16:creationId xmlns:a16="http://schemas.microsoft.com/office/drawing/2014/main" id="{5108EAA8-D1A5-214D-9E12-EA6D6F72F661}"/>
              </a:ext>
            </a:extLst>
          </p:cNvPr>
          <p:cNvSpPr>
            <a:spLocks noGrp="1"/>
          </p:cNvSpPr>
          <p:nvPr/>
        </p:nvSpPr>
        <p:spPr>
          <a:xfrm>
            <a:off x="12869948" y="4040637"/>
            <a:ext cx="3680267" cy="2982666"/>
          </a:xfrm>
          <a:custGeom>
            <a:avLst/>
            <a:gdLst>
              <a:gd name="T0" fmla="*/ 35 w 2954"/>
              <a:gd name="T1" fmla="*/ 2392 h 2393"/>
              <a:gd name="T2" fmla="*/ 0 w 2954"/>
              <a:gd name="T3" fmla="*/ 2392 h 2393"/>
              <a:gd name="T4" fmla="*/ 1274 w 2954"/>
              <a:gd name="T5" fmla="*/ 0 h 2393"/>
              <a:gd name="T6" fmla="*/ 2539 w 2954"/>
              <a:gd name="T7" fmla="*/ 0 h 2393"/>
              <a:gd name="T8" fmla="*/ 2953 w 2954"/>
              <a:gd name="T9" fmla="*/ 776 h 2393"/>
              <a:gd name="T10" fmla="*/ 2926 w 2954"/>
              <a:gd name="T11" fmla="*/ 790 h 2393"/>
              <a:gd name="T12" fmla="*/ 2521 w 2954"/>
              <a:gd name="T13" fmla="*/ 30 h 2393"/>
              <a:gd name="T14" fmla="*/ 1292 w 2954"/>
              <a:gd name="T15" fmla="*/ 30 h 2393"/>
              <a:gd name="T16" fmla="*/ 35 w 2954"/>
              <a:gd name="T17" fmla="*/ 2392 h 2393"/>
            </a:gdLst>
            <a:ahLst/>
            <a:cxnLst/>
            <a:rect l="0" t="0" r="r" b="b"/>
            <a:pathLst>
              <a:path w="2954" h="2393">
                <a:moveTo>
                  <a:pt x="35" y="2392"/>
                </a:moveTo>
                <a:lnTo>
                  <a:pt x="0" y="2392"/>
                </a:lnTo>
                <a:lnTo>
                  <a:pt x="1274" y="0"/>
                </a:lnTo>
                <a:lnTo>
                  <a:pt x="2539" y="0"/>
                </a:lnTo>
                <a:lnTo>
                  <a:pt x="2953" y="776"/>
                </a:lnTo>
                <a:lnTo>
                  <a:pt x="2926" y="790"/>
                </a:lnTo>
                <a:lnTo>
                  <a:pt x="2521" y="30"/>
                </a:lnTo>
                <a:lnTo>
                  <a:pt x="1292" y="30"/>
                </a:lnTo>
                <a:lnTo>
                  <a:pt x="35" y="2392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4" name="Freeform 370">
            <a:extLst>
              <a:ext uri="{FF2B5EF4-FFF2-40B4-BE49-F238E27FC236}">
                <a16:creationId xmlns:a16="http://schemas.microsoft.com/office/drawing/2014/main" id="{56189D07-E5DE-EF40-89BD-D8D8E31C177B}"/>
              </a:ext>
            </a:extLst>
          </p:cNvPr>
          <p:cNvSpPr>
            <a:spLocks noGrp="1"/>
          </p:cNvSpPr>
          <p:nvPr/>
        </p:nvSpPr>
        <p:spPr>
          <a:xfrm>
            <a:off x="16171201" y="4655846"/>
            <a:ext cx="719573" cy="719576"/>
          </a:xfrm>
          <a:custGeom>
            <a:avLst/>
            <a:gdLst>
              <a:gd name="T0" fmla="*/ 578 w 579"/>
              <a:gd name="T1" fmla="*/ 289 h 579"/>
              <a:gd name="T2" fmla="*/ 578 w 579"/>
              <a:gd name="T3" fmla="*/ 289 h 579"/>
              <a:gd name="T4" fmla="*/ 289 w 579"/>
              <a:gd name="T5" fmla="*/ 578 h 579"/>
              <a:gd name="T6" fmla="*/ 289 w 579"/>
              <a:gd name="T7" fmla="*/ 578 h 579"/>
              <a:gd name="T8" fmla="*/ 0 w 579"/>
              <a:gd name="T9" fmla="*/ 289 h 579"/>
              <a:gd name="T10" fmla="*/ 0 w 579"/>
              <a:gd name="T11" fmla="*/ 289 h 579"/>
              <a:gd name="T12" fmla="*/ 289 w 579"/>
              <a:gd name="T13" fmla="*/ 0 h 579"/>
              <a:gd name="T14" fmla="*/ 289 w 579"/>
              <a:gd name="T15" fmla="*/ 0 h 579"/>
              <a:gd name="T16" fmla="*/ 578 w 579"/>
              <a:gd name="T17" fmla="*/ 289 h 579"/>
            </a:gdLst>
            <a:ahLst/>
            <a:cxnLst/>
            <a:rect l="0" t="0" r="r" b="b"/>
            <a:pathLst>
              <a:path w="579" h="579">
                <a:moveTo>
                  <a:pt x="578" y="289"/>
                </a:moveTo>
                <a:lnTo>
                  <a:pt x="578" y="289"/>
                </a:lnTo>
                <a:cubicBezTo>
                  <a:pt x="578" y="449"/>
                  <a:pt x="449" y="578"/>
                  <a:pt x="289" y="578"/>
                </a:cubicBezTo>
                <a:lnTo>
                  <a:pt x="289" y="578"/>
                </a:lnTo>
                <a:cubicBezTo>
                  <a:pt x="129" y="578"/>
                  <a:pt x="0" y="449"/>
                  <a:pt x="0" y="289"/>
                </a:cubicBezTo>
                <a:lnTo>
                  <a:pt x="0" y="289"/>
                </a:lnTo>
                <a:cubicBezTo>
                  <a:pt x="0" y="129"/>
                  <a:pt x="129" y="0"/>
                  <a:pt x="289" y="0"/>
                </a:cubicBezTo>
                <a:lnTo>
                  <a:pt x="289" y="0"/>
                </a:lnTo>
                <a:cubicBezTo>
                  <a:pt x="449" y="0"/>
                  <a:pt x="578" y="129"/>
                  <a:pt x="578" y="289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5" name="Freeform 372">
            <a:extLst>
              <a:ext uri="{FF2B5EF4-FFF2-40B4-BE49-F238E27FC236}">
                <a16:creationId xmlns:a16="http://schemas.microsoft.com/office/drawing/2014/main" id="{4B4E203F-A161-754F-9CDF-FF204FECCBC2}"/>
              </a:ext>
            </a:extLst>
          </p:cNvPr>
          <p:cNvSpPr>
            <a:spLocks noGrp="1"/>
          </p:cNvSpPr>
          <p:nvPr/>
        </p:nvSpPr>
        <p:spPr>
          <a:xfrm>
            <a:off x="12869944" y="7017805"/>
            <a:ext cx="642675" cy="620703"/>
          </a:xfrm>
          <a:custGeom>
            <a:avLst/>
            <a:gdLst>
              <a:gd name="T0" fmla="*/ 0 w 516"/>
              <a:gd name="T1" fmla="*/ 497 h 498"/>
              <a:gd name="T2" fmla="*/ 0 w 516"/>
              <a:gd name="T3" fmla="*/ 0 h 498"/>
              <a:gd name="T4" fmla="*/ 515 w 516"/>
              <a:gd name="T5" fmla="*/ 0 h 498"/>
              <a:gd name="T6" fmla="*/ 0 w 516"/>
              <a:gd name="T7" fmla="*/ 497 h 498"/>
            </a:gdLst>
            <a:ahLst/>
            <a:cxnLst/>
            <a:rect l="0" t="0" r="r" b="b"/>
            <a:pathLst>
              <a:path w="516" h="498">
                <a:moveTo>
                  <a:pt x="0" y="497"/>
                </a:moveTo>
                <a:lnTo>
                  <a:pt x="0" y="0"/>
                </a:lnTo>
                <a:lnTo>
                  <a:pt x="515" y="0"/>
                </a:lnTo>
                <a:lnTo>
                  <a:pt x="0" y="497"/>
                </a:lnTo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6" name="Freeform 373">
            <a:extLst>
              <a:ext uri="{FF2B5EF4-FFF2-40B4-BE49-F238E27FC236}">
                <a16:creationId xmlns:a16="http://schemas.microsoft.com/office/drawing/2014/main" id="{AE1DE37A-B07F-FE46-88C1-EA45CE2AF5A6}"/>
              </a:ext>
            </a:extLst>
          </p:cNvPr>
          <p:cNvSpPr>
            <a:spLocks noGrp="1"/>
          </p:cNvSpPr>
          <p:nvPr/>
        </p:nvSpPr>
        <p:spPr>
          <a:xfrm>
            <a:off x="18253025" y="4040637"/>
            <a:ext cx="3680267" cy="2982666"/>
          </a:xfrm>
          <a:custGeom>
            <a:avLst/>
            <a:gdLst>
              <a:gd name="T0" fmla="*/ 34 w 2953"/>
              <a:gd name="T1" fmla="*/ 2392 h 2393"/>
              <a:gd name="T2" fmla="*/ 0 w 2953"/>
              <a:gd name="T3" fmla="*/ 2392 h 2393"/>
              <a:gd name="T4" fmla="*/ 1274 w 2953"/>
              <a:gd name="T5" fmla="*/ 0 h 2393"/>
              <a:gd name="T6" fmla="*/ 2539 w 2953"/>
              <a:gd name="T7" fmla="*/ 0 h 2393"/>
              <a:gd name="T8" fmla="*/ 2952 w 2953"/>
              <a:gd name="T9" fmla="*/ 776 h 2393"/>
              <a:gd name="T10" fmla="*/ 2926 w 2953"/>
              <a:gd name="T11" fmla="*/ 790 h 2393"/>
              <a:gd name="T12" fmla="*/ 2521 w 2953"/>
              <a:gd name="T13" fmla="*/ 30 h 2393"/>
              <a:gd name="T14" fmla="*/ 1292 w 2953"/>
              <a:gd name="T15" fmla="*/ 30 h 2393"/>
              <a:gd name="T16" fmla="*/ 34 w 2953"/>
              <a:gd name="T17" fmla="*/ 2392 h 2393"/>
            </a:gdLst>
            <a:ahLst/>
            <a:cxnLst/>
            <a:rect l="0" t="0" r="r" b="b"/>
            <a:pathLst>
              <a:path w="2953" h="2393">
                <a:moveTo>
                  <a:pt x="34" y="2392"/>
                </a:moveTo>
                <a:lnTo>
                  <a:pt x="0" y="2392"/>
                </a:lnTo>
                <a:lnTo>
                  <a:pt x="1274" y="0"/>
                </a:lnTo>
                <a:lnTo>
                  <a:pt x="2539" y="0"/>
                </a:lnTo>
                <a:lnTo>
                  <a:pt x="2952" y="776"/>
                </a:lnTo>
                <a:lnTo>
                  <a:pt x="2926" y="790"/>
                </a:lnTo>
                <a:lnTo>
                  <a:pt x="2521" y="30"/>
                </a:lnTo>
                <a:lnTo>
                  <a:pt x="1292" y="30"/>
                </a:lnTo>
                <a:lnTo>
                  <a:pt x="34" y="2392"/>
                </a:ln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7" name="Freeform 374">
            <a:extLst>
              <a:ext uri="{FF2B5EF4-FFF2-40B4-BE49-F238E27FC236}">
                <a16:creationId xmlns:a16="http://schemas.microsoft.com/office/drawing/2014/main" id="{685B81FC-4A52-0E49-8182-4EBA10D31E07}"/>
              </a:ext>
            </a:extLst>
          </p:cNvPr>
          <p:cNvSpPr>
            <a:spLocks noGrp="1"/>
          </p:cNvSpPr>
          <p:nvPr/>
        </p:nvSpPr>
        <p:spPr>
          <a:xfrm>
            <a:off x="21554278" y="4655846"/>
            <a:ext cx="719573" cy="719576"/>
          </a:xfrm>
          <a:custGeom>
            <a:avLst/>
            <a:gdLst>
              <a:gd name="T0" fmla="*/ 578 w 579"/>
              <a:gd name="T1" fmla="*/ 289 h 579"/>
              <a:gd name="T2" fmla="*/ 578 w 579"/>
              <a:gd name="T3" fmla="*/ 289 h 579"/>
              <a:gd name="T4" fmla="*/ 289 w 579"/>
              <a:gd name="T5" fmla="*/ 578 h 579"/>
              <a:gd name="T6" fmla="*/ 289 w 579"/>
              <a:gd name="T7" fmla="*/ 578 h 579"/>
              <a:gd name="T8" fmla="*/ 0 w 579"/>
              <a:gd name="T9" fmla="*/ 289 h 579"/>
              <a:gd name="T10" fmla="*/ 0 w 579"/>
              <a:gd name="T11" fmla="*/ 289 h 579"/>
              <a:gd name="T12" fmla="*/ 289 w 579"/>
              <a:gd name="T13" fmla="*/ 0 h 579"/>
              <a:gd name="T14" fmla="*/ 289 w 579"/>
              <a:gd name="T15" fmla="*/ 0 h 579"/>
              <a:gd name="T16" fmla="*/ 578 w 579"/>
              <a:gd name="T17" fmla="*/ 289 h 579"/>
            </a:gdLst>
            <a:ahLst/>
            <a:cxnLst/>
            <a:rect l="0" t="0" r="r" b="b"/>
            <a:pathLst>
              <a:path w="579" h="579">
                <a:moveTo>
                  <a:pt x="578" y="289"/>
                </a:moveTo>
                <a:lnTo>
                  <a:pt x="578" y="289"/>
                </a:lnTo>
                <a:cubicBezTo>
                  <a:pt x="578" y="449"/>
                  <a:pt x="448" y="578"/>
                  <a:pt x="289" y="578"/>
                </a:cubicBezTo>
                <a:lnTo>
                  <a:pt x="289" y="578"/>
                </a:lnTo>
                <a:cubicBezTo>
                  <a:pt x="129" y="578"/>
                  <a:pt x="0" y="449"/>
                  <a:pt x="0" y="289"/>
                </a:cubicBezTo>
                <a:lnTo>
                  <a:pt x="0" y="289"/>
                </a:lnTo>
                <a:cubicBezTo>
                  <a:pt x="0" y="129"/>
                  <a:pt x="129" y="0"/>
                  <a:pt x="289" y="0"/>
                </a:cubicBezTo>
                <a:lnTo>
                  <a:pt x="289" y="0"/>
                </a:lnTo>
                <a:cubicBezTo>
                  <a:pt x="448" y="0"/>
                  <a:pt x="578" y="129"/>
                  <a:pt x="578" y="289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8" name="Freeform 376">
            <a:extLst>
              <a:ext uri="{FF2B5EF4-FFF2-40B4-BE49-F238E27FC236}">
                <a16:creationId xmlns:a16="http://schemas.microsoft.com/office/drawing/2014/main" id="{027C676D-C77E-1841-ADAF-A6CCD462918D}"/>
              </a:ext>
            </a:extLst>
          </p:cNvPr>
          <p:cNvSpPr>
            <a:spLocks noGrp="1"/>
          </p:cNvSpPr>
          <p:nvPr/>
        </p:nvSpPr>
        <p:spPr>
          <a:xfrm>
            <a:off x="18253022" y="7017805"/>
            <a:ext cx="642675" cy="620703"/>
          </a:xfrm>
          <a:custGeom>
            <a:avLst/>
            <a:gdLst>
              <a:gd name="T0" fmla="*/ 0 w 515"/>
              <a:gd name="T1" fmla="*/ 497 h 498"/>
              <a:gd name="T2" fmla="*/ 0 w 515"/>
              <a:gd name="T3" fmla="*/ 0 h 498"/>
              <a:gd name="T4" fmla="*/ 514 w 515"/>
              <a:gd name="T5" fmla="*/ 0 h 498"/>
              <a:gd name="T6" fmla="*/ 0 w 515"/>
              <a:gd name="T7" fmla="*/ 497 h 498"/>
            </a:gdLst>
            <a:ahLst/>
            <a:cxnLst/>
            <a:rect l="0" t="0" r="r" b="b"/>
            <a:pathLst>
              <a:path w="515" h="498">
                <a:moveTo>
                  <a:pt x="0" y="497"/>
                </a:moveTo>
                <a:lnTo>
                  <a:pt x="0" y="0"/>
                </a:lnTo>
                <a:lnTo>
                  <a:pt x="514" y="0"/>
                </a:lnTo>
                <a:lnTo>
                  <a:pt x="0" y="497"/>
                </a:ln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40" name="Line 387">
            <a:extLst>
              <a:ext uri="{FF2B5EF4-FFF2-40B4-BE49-F238E27FC236}">
                <a16:creationId xmlns:a16="http://schemas.microsoft.com/office/drawing/2014/main" id="{44386006-9696-FF48-AAC0-5A044ADECAD8}"/>
              </a:ext>
            </a:extLst>
          </p:cNvPr>
          <p:cNvSpPr>
            <a:spLocks noGrp="1"/>
          </p:cNvSpPr>
          <p:nvPr/>
        </p:nvSpPr>
        <p:spPr>
          <a:xfrm>
            <a:off x="2647592" y="3315566"/>
            <a:ext cx="18807814" cy="0"/>
          </a:xfrm>
          <a:prstGeom prst="line">
            <a:avLst/>
          </a:prstGeom>
          <a:noFill/>
          <a:ln w="38100">
            <a:solidFill>
              <a:schemeClr val="accent6"/>
            </a:solidFill>
          </a:ln>
        </p:spPr>
        <p:txBody>
          <a:bodyPr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41" name="Freeform 388">
            <a:extLst>
              <a:ext uri="{FF2B5EF4-FFF2-40B4-BE49-F238E27FC236}">
                <a16:creationId xmlns:a16="http://schemas.microsoft.com/office/drawing/2014/main" id="{B3C904BE-BC26-C74D-8457-7626B08AC315}"/>
              </a:ext>
            </a:extLst>
          </p:cNvPr>
          <p:cNvSpPr>
            <a:spLocks noGrp="1"/>
          </p:cNvSpPr>
          <p:nvPr/>
        </p:nvSpPr>
        <p:spPr>
          <a:xfrm>
            <a:off x="21400476" y="3128807"/>
            <a:ext cx="329576" cy="379014"/>
          </a:xfrm>
          <a:custGeom>
            <a:avLst/>
            <a:gdLst>
              <a:gd name="T0" fmla="*/ 0 w 266"/>
              <a:gd name="T1" fmla="*/ 305 h 306"/>
              <a:gd name="T2" fmla="*/ 265 w 266"/>
              <a:gd name="T3" fmla="*/ 153 h 306"/>
              <a:gd name="T4" fmla="*/ 0 w 266"/>
              <a:gd name="T5" fmla="*/ 0 h 306"/>
              <a:gd name="T6" fmla="*/ 0 w 266"/>
              <a:gd name="T7" fmla="*/ 305 h 306"/>
            </a:gdLst>
            <a:ahLst/>
            <a:cxnLst/>
            <a:rect l="0" t="0" r="r" b="b"/>
            <a:pathLst>
              <a:path w="266" h="306">
                <a:moveTo>
                  <a:pt x="0" y="305"/>
                </a:moveTo>
                <a:lnTo>
                  <a:pt x="265" y="153"/>
                </a:lnTo>
                <a:lnTo>
                  <a:pt x="0" y="0"/>
                </a:lnTo>
                <a:lnTo>
                  <a:pt x="0" y="305"/>
                </a:ln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7A876-1884-1849-AA53-A6A350B0D686}"/>
              </a:ext>
            </a:extLst>
          </p:cNvPr>
          <p:cNvSpPr>
            <a:spLocks noGrp="1"/>
          </p:cNvSpPr>
          <p:nvPr/>
        </p:nvSpPr>
        <p:spPr>
          <a:xfrm>
            <a:off x="468379" y="418274"/>
            <a:ext cx="7965963" cy="1219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5000" b="1" spc="-290" dirty="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Train &amp; Document Processes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8329E-BB3B-2446-949C-FB62E4981D85}"/>
              </a:ext>
            </a:extLst>
          </p:cNvPr>
          <p:cNvSpPr>
            <a:spLocks noGrp="1"/>
          </p:cNvSpPr>
          <p:nvPr/>
        </p:nvSpPr>
        <p:spPr>
          <a:xfrm>
            <a:off x="243027" y="1666893"/>
            <a:ext cx="3721532" cy="5796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3840"/>
              </a:lnSpc>
              <a:buNone/>
            </a:pPr>
            <a:r>
              <a:rPr sz="3200" spc="-130">
                <a:latin typeface="Poppins"/>
                <a:ea typeface="Poppins"/>
                <a:cs typeface="Poppins"/>
              </a:rPr>
              <a:t>Building Capability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0894F4-4B07-E548-B067-BF7D7D2756F0}"/>
              </a:ext>
            </a:extLst>
          </p:cNvPr>
          <p:cNvSpPr>
            <a:spLocks noGrp="1"/>
          </p:cNvSpPr>
          <p:nvPr/>
        </p:nvSpPr>
        <p:spPr>
          <a:xfrm>
            <a:off x="5506317" y="4694591"/>
            <a:ext cx="520656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F02BB4-5E1F-9B4A-AB0D-736F0F5D3B78}"/>
              </a:ext>
            </a:extLst>
          </p:cNvPr>
          <p:cNvSpPr>
            <a:spLocks noGrp="1"/>
          </p:cNvSpPr>
          <p:nvPr/>
        </p:nvSpPr>
        <p:spPr>
          <a:xfrm>
            <a:off x="880333" y="8323972"/>
            <a:ext cx="5731882" cy="1916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Training needs and skills-gap analysis </a:t>
            </a:r>
          </a:p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Product and functional capability development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B5C128-5831-4B45-85C9-C2F7BDE9C3DB}"/>
              </a:ext>
            </a:extLst>
          </p:cNvPr>
          <p:cNvSpPr>
            <a:spLocks noGrp="1"/>
          </p:cNvSpPr>
          <p:nvPr/>
        </p:nvSpPr>
        <p:spPr>
          <a:xfrm>
            <a:off x="10909766" y="4694591"/>
            <a:ext cx="485389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56C03E-29C6-ED4E-B311-0108D36A1140}"/>
              </a:ext>
            </a:extLst>
          </p:cNvPr>
          <p:cNvSpPr>
            <a:spLocks noGrp="1"/>
          </p:cNvSpPr>
          <p:nvPr/>
        </p:nvSpPr>
        <p:spPr>
          <a:xfrm>
            <a:off x="16263194" y="4694591"/>
            <a:ext cx="531877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0449E8-8480-864E-AECF-221460A5403F}"/>
              </a:ext>
            </a:extLst>
          </p:cNvPr>
          <p:cNvSpPr>
            <a:spLocks noGrp="1"/>
          </p:cNvSpPr>
          <p:nvPr/>
        </p:nvSpPr>
        <p:spPr>
          <a:xfrm>
            <a:off x="21647880" y="4694591"/>
            <a:ext cx="515847" cy="6463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22C6B-7B47-ED5A-8264-FA20D029AD32}"/>
              </a:ext>
            </a:extLst>
          </p:cNvPr>
          <p:cNvSpPr>
            <a:spLocks noGrp="1"/>
          </p:cNvSpPr>
          <p:nvPr/>
        </p:nvSpPr>
        <p:spPr>
          <a:xfrm>
            <a:off x="6524859" y="8361116"/>
            <a:ext cx="5731882" cy="1455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Sales/service capability programmes </a:t>
            </a:r>
          </a:p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Coaching and mentoring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1F01D9-CFE5-D026-4047-D6894D3451E2}"/>
              </a:ext>
            </a:extLst>
          </p:cNvPr>
          <p:cNvSpPr>
            <a:spLocks noGrp="1"/>
          </p:cNvSpPr>
          <p:nvPr/>
        </p:nvSpPr>
        <p:spPr>
          <a:xfrm>
            <a:off x="12154348" y="8398260"/>
            <a:ext cx="5731882" cy="237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Individual development plans</a:t>
            </a:r>
          </a:p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Career development and professional certifications</a:t>
            </a:r>
          </a:p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Leadership and people-management development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0E15F2-BD2F-F186-31FD-277A0E6C2C03}"/>
              </a:ext>
            </a:extLst>
          </p:cNvPr>
          <p:cNvSpPr>
            <a:spLocks noGrp="1"/>
          </p:cNvSpPr>
          <p:nvPr/>
        </p:nvSpPr>
        <p:spPr>
          <a:xfrm>
            <a:off x="18165924" y="8419811"/>
            <a:ext cx="5731882" cy="237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Learning effectiveness and post-training assessment</a:t>
            </a:r>
          </a:p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Knowledge and process documentation</a:t>
            </a:r>
          </a:p>
          <a:p>
            <a:pPr marL="457200" indent="-457200">
              <a:lnSpc>
                <a:spcPts val="3600"/>
              </a:lnSpc>
              <a:buFont typeface="Arial"/>
              <a:buChar char="•"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Knowledge transfer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637315-9772-6E90-BB36-1133165AD3C4}"/>
              </a:ext>
            </a:extLst>
          </p:cNvPr>
          <p:cNvSpPr>
            <a:spLocks noGrp="1"/>
          </p:cNvSpPr>
          <p:nvPr/>
        </p:nvSpPr>
        <p:spPr>
          <a:xfrm>
            <a:off x="660356" y="12109885"/>
            <a:ext cx="22754812" cy="531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buNone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Improved capability • Higher productivity • Stronger leadership pipeline • Future-ready workforce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F02158-B02F-FCBF-A038-0135AE961361}"/>
              </a:ext>
            </a:extLst>
          </p:cNvPr>
          <p:cNvSpPr>
            <a:spLocks noGrp="1"/>
          </p:cNvSpPr>
          <p:nvPr/>
        </p:nvSpPr>
        <p:spPr>
          <a:xfrm>
            <a:off x="660356" y="11288654"/>
            <a:ext cx="4547399" cy="646331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Business Outcome</a:t>
            </a:r>
          </a:p>
        </p:txBody>
      </p:sp>
      <p:pic>
        <p:nvPicPr>
          <p:cNvPr id="87" name="Picture 8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336000" y="12573000"/>
            <a:ext cx="3048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2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6">
            <a:extLst>
              <a:ext uri="{FF2B5EF4-FFF2-40B4-BE49-F238E27FC236}">
                <a16:creationId xmlns:a16="http://schemas.microsoft.com/office/drawing/2014/main" id="{64EC7F5F-0D86-4D43-A66F-D7EDB357F179}"/>
              </a:ext>
            </a:extLst>
          </p:cNvPr>
          <p:cNvSpPr>
            <a:spLocks noGrp="1"/>
          </p:cNvSpPr>
          <p:nvPr/>
        </p:nvSpPr>
        <p:spPr>
          <a:xfrm>
            <a:off x="7777998" y="3716045"/>
            <a:ext cx="8821656" cy="8821654"/>
          </a:xfrm>
          <a:custGeom>
            <a:avLst/>
            <a:gdLst>
              <a:gd name="T0" fmla="*/ 7080 w 7081"/>
              <a:gd name="T1" fmla="*/ 3540 h 7082"/>
              <a:gd name="T2" fmla="*/ 7080 w 7081"/>
              <a:gd name="T3" fmla="*/ 3540 h 7082"/>
              <a:gd name="T4" fmla="*/ 3540 w 7081"/>
              <a:gd name="T5" fmla="*/ 7081 h 7082"/>
              <a:gd name="T6" fmla="*/ 3540 w 7081"/>
              <a:gd name="T7" fmla="*/ 7081 h 7082"/>
              <a:gd name="T8" fmla="*/ 0 w 7081"/>
              <a:gd name="T9" fmla="*/ 3540 h 7082"/>
              <a:gd name="T10" fmla="*/ 0 w 7081"/>
              <a:gd name="T11" fmla="*/ 3540 h 7082"/>
              <a:gd name="T12" fmla="*/ 3540 w 7081"/>
              <a:gd name="T13" fmla="*/ 0 h 7082"/>
              <a:gd name="T14" fmla="*/ 3540 w 7081"/>
              <a:gd name="T15" fmla="*/ 0 h 7082"/>
              <a:gd name="T16" fmla="*/ 7080 w 7081"/>
              <a:gd name="T17" fmla="*/ 3540 h 7082"/>
            </a:gdLst>
            <a:ahLst/>
            <a:cxnLst/>
            <a:rect l="0" t="0" r="r" b="b"/>
            <a:pathLst>
              <a:path w="7081" h="7082">
                <a:moveTo>
                  <a:pt x="7080" y="3540"/>
                </a:moveTo>
                <a:lnTo>
                  <a:pt x="7080" y="3540"/>
                </a:lnTo>
                <a:cubicBezTo>
                  <a:pt x="7080" y="5496"/>
                  <a:pt x="5494" y="7081"/>
                  <a:pt x="3540" y="7081"/>
                </a:cubicBezTo>
                <a:lnTo>
                  <a:pt x="3540" y="7081"/>
                </a:lnTo>
                <a:cubicBezTo>
                  <a:pt x="1585" y="7081"/>
                  <a:pt x="0" y="5496"/>
                  <a:pt x="0" y="3540"/>
                </a:cubicBezTo>
                <a:lnTo>
                  <a:pt x="0" y="3540"/>
                </a:lnTo>
                <a:cubicBezTo>
                  <a:pt x="0" y="1586"/>
                  <a:pt x="1585" y="0"/>
                  <a:pt x="3540" y="0"/>
                </a:cubicBezTo>
                <a:lnTo>
                  <a:pt x="3540" y="0"/>
                </a:lnTo>
                <a:cubicBezTo>
                  <a:pt x="5494" y="0"/>
                  <a:pt x="7080" y="1586"/>
                  <a:pt x="7080" y="3540"/>
                </a:cubicBezTo>
              </a:path>
            </a:pathLst>
          </a:custGeom>
          <a:solidFill>
            <a:schemeClr val="accent6">
              <a:alpha val="35000"/>
            </a:schemeClr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1" name="Freeform 503">
            <a:extLst>
              <a:ext uri="{FF2B5EF4-FFF2-40B4-BE49-F238E27FC236}">
                <a16:creationId xmlns:a16="http://schemas.microsoft.com/office/drawing/2014/main" id="{B083B43B-3843-BE46-8B00-C1B8E9442671}"/>
              </a:ext>
            </a:extLst>
          </p:cNvPr>
          <p:cNvSpPr>
            <a:spLocks noGrp="1"/>
          </p:cNvSpPr>
          <p:nvPr/>
        </p:nvSpPr>
        <p:spPr>
          <a:xfrm>
            <a:off x="10222353" y="6160399"/>
            <a:ext cx="3927451" cy="3927447"/>
          </a:xfrm>
          <a:custGeom>
            <a:avLst/>
            <a:gdLst>
              <a:gd name="T0" fmla="*/ 3153 w 3154"/>
              <a:gd name="T1" fmla="*/ 1576 h 3155"/>
              <a:gd name="T2" fmla="*/ 3153 w 3154"/>
              <a:gd name="T3" fmla="*/ 1576 h 3155"/>
              <a:gd name="T4" fmla="*/ 1577 w 3154"/>
              <a:gd name="T5" fmla="*/ 3154 h 3155"/>
              <a:gd name="T6" fmla="*/ 1577 w 3154"/>
              <a:gd name="T7" fmla="*/ 3154 h 3155"/>
              <a:gd name="T8" fmla="*/ 0 w 3154"/>
              <a:gd name="T9" fmla="*/ 1576 h 3155"/>
              <a:gd name="T10" fmla="*/ 0 w 3154"/>
              <a:gd name="T11" fmla="*/ 1576 h 3155"/>
              <a:gd name="T12" fmla="*/ 1577 w 3154"/>
              <a:gd name="T13" fmla="*/ 0 h 3155"/>
              <a:gd name="T14" fmla="*/ 1577 w 3154"/>
              <a:gd name="T15" fmla="*/ 0 h 3155"/>
              <a:gd name="T16" fmla="*/ 3153 w 3154"/>
              <a:gd name="T17" fmla="*/ 1576 h 3155"/>
            </a:gdLst>
            <a:ahLst/>
            <a:cxnLst/>
            <a:rect l="0" t="0" r="r" b="b"/>
            <a:pathLst>
              <a:path w="3154" h="3155">
                <a:moveTo>
                  <a:pt x="3153" y="1576"/>
                </a:moveTo>
                <a:lnTo>
                  <a:pt x="3153" y="1576"/>
                </a:lnTo>
                <a:cubicBezTo>
                  <a:pt x="3153" y="2447"/>
                  <a:pt x="2447" y="3154"/>
                  <a:pt x="1577" y="3154"/>
                </a:cubicBezTo>
                <a:lnTo>
                  <a:pt x="1577" y="3154"/>
                </a:lnTo>
                <a:cubicBezTo>
                  <a:pt x="706" y="3154"/>
                  <a:pt x="0" y="2447"/>
                  <a:pt x="0" y="1576"/>
                </a:cubicBezTo>
                <a:lnTo>
                  <a:pt x="0" y="1576"/>
                </a:lnTo>
                <a:cubicBezTo>
                  <a:pt x="0" y="705"/>
                  <a:pt x="706" y="0"/>
                  <a:pt x="1577" y="0"/>
                </a:cubicBezTo>
                <a:lnTo>
                  <a:pt x="1577" y="0"/>
                </a:lnTo>
                <a:cubicBezTo>
                  <a:pt x="2447" y="0"/>
                  <a:pt x="3153" y="705"/>
                  <a:pt x="3153" y="1576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2" name="Freeform 504">
            <a:extLst>
              <a:ext uri="{FF2B5EF4-FFF2-40B4-BE49-F238E27FC236}">
                <a16:creationId xmlns:a16="http://schemas.microsoft.com/office/drawing/2014/main" id="{0D40AD4B-5CC5-F043-834C-B1B53A464CED}"/>
              </a:ext>
            </a:extLst>
          </p:cNvPr>
          <p:cNvSpPr>
            <a:spLocks noGrp="1"/>
          </p:cNvSpPr>
          <p:nvPr/>
        </p:nvSpPr>
        <p:spPr>
          <a:xfrm>
            <a:off x="9815872" y="6160399"/>
            <a:ext cx="4751392" cy="4328433"/>
          </a:xfrm>
          <a:custGeom>
            <a:avLst/>
            <a:gdLst>
              <a:gd name="T0" fmla="*/ 3082 w 3814"/>
              <a:gd name="T1" fmla="*/ 65 h 3473"/>
              <a:gd name="T2" fmla="*/ 3082 w 3814"/>
              <a:gd name="T3" fmla="*/ 65 h 3473"/>
              <a:gd name="T4" fmla="*/ 3813 w 3814"/>
              <a:gd name="T5" fmla="*/ 1566 h 3473"/>
              <a:gd name="T6" fmla="*/ 3813 w 3814"/>
              <a:gd name="T7" fmla="*/ 1566 h 3473"/>
              <a:gd name="T8" fmla="*/ 1907 w 3814"/>
              <a:gd name="T9" fmla="*/ 3472 h 3473"/>
              <a:gd name="T10" fmla="*/ 1907 w 3814"/>
              <a:gd name="T11" fmla="*/ 3472 h 3473"/>
              <a:gd name="T12" fmla="*/ 0 w 3814"/>
              <a:gd name="T13" fmla="*/ 1566 h 3473"/>
              <a:gd name="T14" fmla="*/ 0 w 3814"/>
              <a:gd name="T15" fmla="*/ 1566 h 3473"/>
              <a:gd name="T16" fmla="*/ 820 w 3814"/>
              <a:gd name="T17" fmla="*/ 0 h 3473"/>
            </a:gdLst>
            <a:ahLst/>
            <a:cxnLst/>
            <a:rect l="0" t="0" r="r" b="b"/>
            <a:pathLst>
              <a:path w="3814" h="3473">
                <a:moveTo>
                  <a:pt x="3082" y="65"/>
                </a:moveTo>
                <a:lnTo>
                  <a:pt x="3082" y="65"/>
                </a:lnTo>
                <a:cubicBezTo>
                  <a:pt x="3527" y="414"/>
                  <a:pt x="3813" y="956"/>
                  <a:pt x="3813" y="1566"/>
                </a:cubicBezTo>
                <a:lnTo>
                  <a:pt x="3813" y="1566"/>
                </a:lnTo>
                <a:cubicBezTo>
                  <a:pt x="3813" y="2619"/>
                  <a:pt x="2959" y="3472"/>
                  <a:pt x="1907" y="3472"/>
                </a:cubicBezTo>
                <a:lnTo>
                  <a:pt x="1907" y="3472"/>
                </a:lnTo>
                <a:cubicBezTo>
                  <a:pt x="854" y="3472"/>
                  <a:pt x="0" y="2619"/>
                  <a:pt x="0" y="1566"/>
                </a:cubicBezTo>
                <a:lnTo>
                  <a:pt x="0" y="1566"/>
                </a:lnTo>
                <a:cubicBezTo>
                  <a:pt x="0" y="917"/>
                  <a:pt x="324" y="344"/>
                  <a:pt x="820" y="0"/>
                </a:cubicBezTo>
              </a:path>
            </a:pathLst>
          </a:custGeom>
          <a:noFill/>
          <a:ln w="38100">
            <a:solidFill>
              <a:schemeClr val="accent5"/>
            </a:solidFill>
          </a:ln>
        </p:spPr>
        <p:txBody>
          <a:bodyPr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3" name="Freeform 505">
            <a:extLst>
              <a:ext uri="{FF2B5EF4-FFF2-40B4-BE49-F238E27FC236}">
                <a16:creationId xmlns:a16="http://schemas.microsoft.com/office/drawing/2014/main" id="{DFF9F2EC-174D-534C-851B-71B7EFCAEF6F}"/>
              </a:ext>
            </a:extLst>
          </p:cNvPr>
          <p:cNvSpPr>
            <a:spLocks noGrp="1"/>
          </p:cNvSpPr>
          <p:nvPr/>
        </p:nvSpPr>
        <p:spPr>
          <a:xfrm>
            <a:off x="13540086" y="6160399"/>
            <a:ext cx="192254" cy="175774"/>
          </a:xfrm>
          <a:custGeom>
            <a:avLst/>
            <a:gdLst>
              <a:gd name="T0" fmla="*/ 61 w 153"/>
              <a:gd name="T1" fmla="*/ 140 h 141"/>
              <a:gd name="T2" fmla="*/ 0 w 153"/>
              <a:gd name="T3" fmla="*/ 0 h 141"/>
              <a:gd name="T4" fmla="*/ 152 w 153"/>
              <a:gd name="T5" fmla="*/ 18 h 141"/>
              <a:gd name="T6" fmla="*/ 61 w 153"/>
              <a:gd name="T7" fmla="*/ 140 h 141"/>
            </a:gdLst>
            <a:ahLst/>
            <a:cxnLst/>
            <a:rect l="0" t="0" r="r" b="b"/>
            <a:pathLst>
              <a:path w="153" h="141">
                <a:moveTo>
                  <a:pt x="61" y="140"/>
                </a:moveTo>
                <a:lnTo>
                  <a:pt x="0" y="0"/>
                </a:lnTo>
                <a:lnTo>
                  <a:pt x="152" y="18"/>
                </a:lnTo>
                <a:lnTo>
                  <a:pt x="61" y="140"/>
                </a:ln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4" name="Freeform 517">
            <a:extLst>
              <a:ext uri="{FF2B5EF4-FFF2-40B4-BE49-F238E27FC236}">
                <a16:creationId xmlns:a16="http://schemas.microsoft.com/office/drawing/2014/main" id="{68D92D62-BE67-994A-BA02-34A052E668DE}"/>
              </a:ext>
            </a:extLst>
          </p:cNvPr>
          <p:cNvSpPr>
            <a:spLocks noGrp="1"/>
          </p:cNvSpPr>
          <p:nvPr/>
        </p:nvSpPr>
        <p:spPr>
          <a:xfrm>
            <a:off x="7882362" y="3919282"/>
            <a:ext cx="2279570" cy="2279567"/>
          </a:xfrm>
          <a:custGeom>
            <a:avLst/>
            <a:gdLst>
              <a:gd name="T0" fmla="*/ 1827 w 1828"/>
              <a:gd name="T1" fmla="*/ 913 h 1829"/>
              <a:gd name="T2" fmla="*/ 1827 w 1828"/>
              <a:gd name="T3" fmla="*/ 913 h 1829"/>
              <a:gd name="T4" fmla="*/ 913 w 1828"/>
              <a:gd name="T5" fmla="*/ 1828 h 1829"/>
              <a:gd name="T6" fmla="*/ 913 w 1828"/>
              <a:gd name="T7" fmla="*/ 1828 h 1829"/>
              <a:gd name="T8" fmla="*/ 0 w 1828"/>
              <a:gd name="T9" fmla="*/ 913 h 1829"/>
              <a:gd name="T10" fmla="*/ 0 w 1828"/>
              <a:gd name="T11" fmla="*/ 913 h 1829"/>
              <a:gd name="T12" fmla="*/ 913 w 1828"/>
              <a:gd name="T13" fmla="*/ 0 h 1829"/>
              <a:gd name="T14" fmla="*/ 913 w 1828"/>
              <a:gd name="T15" fmla="*/ 0 h 1829"/>
              <a:gd name="T16" fmla="*/ 1827 w 1828"/>
              <a:gd name="T17" fmla="*/ 913 h 1829"/>
            </a:gdLst>
            <a:ahLst/>
            <a:cxnLst/>
            <a:rect l="0" t="0" r="r" b="b"/>
            <a:pathLst>
              <a:path w="1828" h="1829">
                <a:moveTo>
                  <a:pt x="1827" y="913"/>
                </a:moveTo>
                <a:lnTo>
                  <a:pt x="1827" y="913"/>
                </a:lnTo>
                <a:cubicBezTo>
                  <a:pt x="1827" y="1419"/>
                  <a:pt x="1418" y="1828"/>
                  <a:pt x="913" y="1828"/>
                </a:cubicBezTo>
                <a:lnTo>
                  <a:pt x="913" y="1828"/>
                </a:lnTo>
                <a:cubicBezTo>
                  <a:pt x="408" y="1828"/>
                  <a:pt x="0" y="1419"/>
                  <a:pt x="0" y="913"/>
                </a:cubicBezTo>
                <a:lnTo>
                  <a:pt x="0" y="913"/>
                </a:lnTo>
                <a:cubicBezTo>
                  <a:pt x="0" y="409"/>
                  <a:pt x="408" y="0"/>
                  <a:pt x="913" y="0"/>
                </a:cubicBezTo>
                <a:lnTo>
                  <a:pt x="913" y="0"/>
                </a:lnTo>
                <a:cubicBezTo>
                  <a:pt x="1418" y="0"/>
                  <a:pt x="1827" y="409"/>
                  <a:pt x="1827" y="91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5" name="Freeform 518">
            <a:extLst>
              <a:ext uri="{FF2B5EF4-FFF2-40B4-BE49-F238E27FC236}">
                <a16:creationId xmlns:a16="http://schemas.microsoft.com/office/drawing/2014/main" id="{317C3E06-FCE7-F940-A8A0-C3098F6AB20C}"/>
              </a:ext>
            </a:extLst>
          </p:cNvPr>
          <p:cNvSpPr>
            <a:spLocks noGrp="1"/>
          </p:cNvSpPr>
          <p:nvPr/>
        </p:nvSpPr>
        <p:spPr>
          <a:xfrm>
            <a:off x="6640958" y="6984340"/>
            <a:ext cx="2279570" cy="2279567"/>
          </a:xfrm>
          <a:custGeom>
            <a:avLst/>
            <a:gdLst>
              <a:gd name="T0" fmla="*/ 1828 w 1829"/>
              <a:gd name="T1" fmla="*/ 914 h 1829"/>
              <a:gd name="T2" fmla="*/ 1828 w 1829"/>
              <a:gd name="T3" fmla="*/ 914 h 1829"/>
              <a:gd name="T4" fmla="*/ 915 w 1829"/>
              <a:gd name="T5" fmla="*/ 1828 h 1829"/>
              <a:gd name="T6" fmla="*/ 915 w 1829"/>
              <a:gd name="T7" fmla="*/ 1828 h 1829"/>
              <a:gd name="T8" fmla="*/ 0 w 1829"/>
              <a:gd name="T9" fmla="*/ 914 h 1829"/>
              <a:gd name="T10" fmla="*/ 0 w 1829"/>
              <a:gd name="T11" fmla="*/ 914 h 1829"/>
              <a:gd name="T12" fmla="*/ 915 w 1829"/>
              <a:gd name="T13" fmla="*/ 0 h 1829"/>
              <a:gd name="T14" fmla="*/ 915 w 1829"/>
              <a:gd name="T15" fmla="*/ 0 h 1829"/>
              <a:gd name="T16" fmla="*/ 1828 w 1829"/>
              <a:gd name="T17" fmla="*/ 914 h 1829"/>
            </a:gdLst>
            <a:ahLst/>
            <a:cxnLst/>
            <a:rect l="0" t="0" r="r" b="b"/>
            <a:pathLst>
              <a:path w="1829" h="1829">
                <a:moveTo>
                  <a:pt x="1828" y="914"/>
                </a:moveTo>
                <a:lnTo>
                  <a:pt x="1828" y="914"/>
                </a:lnTo>
                <a:cubicBezTo>
                  <a:pt x="1828" y="1419"/>
                  <a:pt x="1419" y="1828"/>
                  <a:pt x="915" y="1828"/>
                </a:cubicBezTo>
                <a:lnTo>
                  <a:pt x="915" y="1828"/>
                </a:lnTo>
                <a:cubicBezTo>
                  <a:pt x="409" y="1828"/>
                  <a:pt x="0" y="1419"/>
                  <a:pt x="0" y="914"/>
                </a:cubicBezTo>
                <a:lnTo>
                  <a:pt x="0" y="914"/>
                </a:lnTo>
                <a:cubicBezTo>
                  <a:pt x="0" y="409"/>
                  <a:pt x="409" y="0"/>
                  <a:pt x="915" y="0"/>
                </a:cubicBezTo>
                <a:lnTo>
                  <a:pt x="915" y="0"/>
                </a:lnTo>
                <a:cubicBezTo>
                  <a:pt x="1419" y="0"/>
                  <a:pt x="1828" y="409"/>
                  <a:pt x="1828" y="914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6" name="Freeform 519">
            <a:extLst>
              <a:ext uri="{FF2B5EF4-FFF2-40B4-BE49-F238E27FC236}">
                <a16:creationId xmlns:a16="http://schemas.microsoft.com/office/drawing/2014/main" id="{1E60B35A-C681-8E41-9F2C-594F8FFD5370}"/>
              </a:ext>
            </a:extLst>
          </p:cNvPr>
          <p:cNvSpPr>
            <a:spLocks noGrp="1"/>
          </p:cNvSpPr>
          <p:nvPr/>
        </p:nvSpPr>
        <p:spPr>
          <a:xfrm>
            <a:off x="7882362" y="10054892"/>
            <a:ext cx="2279570" cy="2279570"/>
          </a:xfrm>
          <a:custGeom>
            <a:avLst/>
            <a:gdLst>
              <a:gd name="T0" fmla="*/ 1827 w 1828"/>
              <a:gd name="T1" fmla="*/ 913 h 1828"/>
              <a:gd name="T2" fmla="*/ 1827 w 1828"/>
              <a:gd name="T3" fmla="*/ 913 h 1828"/>
              <a:gd name="T4" fmla="*/ 914 w 1828"/>
              <a:gd name="T5" fmla="*/ 1827 h 1828"/>
              <a:gd name="T6" fmla="*/ 914 w 1828"/>
              <a:gd name="T7" fmla="*/ 1827 h 1828"/>
              <a:gd name="T8" fmla="*/ 0 w 1828"/>
              <a:gd name="T9" fmla="*/ 913 h 1828"/>
              <a:gd name="T10" fmla="*/ 0 w 1828"/>
              <a:gd name="T11" fmla="*/ 913 h 1828"/>
              <a:gd name="T12" fmla="*/ 914 w 1828"/>
              <a:gd name="T13" fmla="*/ 0 h 1828"/>
              <a:gd name="T14" fmla="*/ 914 w 1828"/>
              <a:gd name="T15" fmla="*/ 0 h 1828"/>
              <a:gd name="T16" fmla="*/ 1827 w 1828"/>
              <a:gd name="T17" fmla="*/ 913 h 1828"/>
            </a:gdLst>
            <a:ahLst/>
            <a:cxnLst/>
            <a:rect l="0" t="0" r="r" b="b"/>
            <a:pathLst>
              <a:path w="1828" h="1828">
                <a:moveTo>
                  <a:pt x="1827" y="913"/>
                </a:moveTo>
                <a:lnTo>
                  <a:pt x="1827" y="913"/>
                </a:lnTo>
                <a:cubicBezTo>
                  <a:pt x="1827" y="1418"/>
                  <a:pt x="1418" y="1827"/>
                  <a:pt x="914" y="1827"/>
                </a:cubicBezTo>
                <a:lnTo>
                  <a:pt x="914" y="1827"/>
                </a:lnTo>
                <a:cubicBezTo>
                  <a:pt x="409" y="1827"/>
                  <a:pt x="0" y="1418"/>
                  <a:pt x="0" y="913"/>
                </a:cubicBezTo>
                <a:lnTo>
                  <a:pt x="0" y="913"/>
                </a:lnTo>
                <a:cubicBezTo>
                  <a:pt x="0" y="409"/>
                  <a:pt x="409" y="0"/>
                  <a:pt x="914" y="0"/>
                </a:cubicBezTo>
                <a:lnTo>
                  <a:pt x="914" y="0"/>
                </a:lnTo>
                <a:cubicBezTo>
                  <a:pt x="1418" y="0"/>
                  <a:pt x="1827" y="409"/>
                  <a:pt x="1827" y="91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7" name="Freeform 520">
            <a:extLst>
              <a:ext uri="{FF2B5EF4-FFF2-40B4-BE49-F238E27FC236}">
                <a16:creationId xmlns:a16="http://schemas.microsoft.com/office/drawing/2014/main" id="{1B8E091C-AAEE-9A4C-91B5-707F1FEE4A67}"/>
              </a:ext>
            </a:extLst>
          </p:cNvPr>
          <p:cNvSpPr>
            <a:spLocks noGrp="1"/>
          </p:cNvSpPr>
          <p:nvPr/>
        </p:nvSpPr>
        <p:spPr>
          <a:xfrm>
            <a:off x="14227300" y="3815847"/>
            <a:ext cx="2279570" cy="2279567"/>
          </a:xfrm>
          <a:custGeom>
            <a:avLst/>
            <a:gdLst>
              <a:gd name="T0" fmla="*/ 1827 w 1828"/>
              <a:gd name="T1" fmla="*/ 913 h 1829"/>
              <a:gd name="T2" fmla="*/ 1827 w 1828"/>
              <a:gd name="T3" fmla="*/ 913 h 1829"/>
              <a:gd name="T4" fmla="*/ 913 w 1828"/>
              <a:gd name="T5" fmla="*/ 1828 h 1829"/>
              <a:gd name="T6" fmla="*/ 913 w 1828"/>
              <a:gd name="T7" fmla="*/ 1828 h 1829"/>
              <a:gd name="T8" fmla="*/ 0 w 1828"/>
              <a:gd name="T9" fmla="*/ 913 h 1829"/>
              <a:gd name="T10" fmla="*/ 0 w 1828"/>
              <a:gd name="T11" fmla="*/ 913 h 1829"/>
              <a:gd name="T12" fmla="*/ 913 w 1828"/>
              <a:gd name="T13" fmla="*/ 0 h 1829"/>
              <a:gd name="T14" fmla="*/ 913 w 1828"/>
              <a:gd name="T15" fmla="*/ 0 h 1829"/>
              <a:gd name="T16" fmla="*/ 1827 w 1828"/>
              <a:gd name="T17" fmla="*/ 913 h 1829"/>
            </a:gdLst>
            <a:ahLst/>
            <a:cxnLst/>
            <a:rect l="0" t="0" r="r" b="b"/>
            <a:pathLst>
              <a:path w="1828" h="1829">
                <a:moveTo>
                  <a:pt x="1827" y="913"/>
                </a:moveTo>
                <a:lnTo>
                  <a:pt x="1827" y="913"/>
                </a:lnTo>
                <a:cubicBezTo>
                  <a:pt x="1827" y="1419"/>
                  <a:pt x="1418" y="1828"/>
                  <a:pt x="913" y="1828"/>
                </a:cubicBezTo>
                <a:lnTo>
                  <a:pt x="913" y="1828"/>
                </a:lnTo>
                <a:cubicBezTo>
                  <a:pt x="409" y="1828"/>
                  <a:pt x="0" y="1419"/>
                  <a:pt x="0" y="913"/>
                </a:cubicBezTo>
                <a:lnTo>
                  <a:pt x="0" y="913"/>
                </a:lnTo>
                <a:cubicBezTo>
                  <a:pt x="0" y="409"/>
                  <a:pt x="409" y="0"/>
                  <a:pt x="913" y="0"/>
                </a:cubicBezTo>
                <a:lnTo>
                  <a:pt x="913" y="0"/>
                </a:lnTo>
                <a:cubicBezTo>
                  <a:pt x="1418" y="0"/>
                  <a:pt x="1827" y="409"/>
                  <a:pt x="1827" y="913"/>
                </a:cubicBezTo>
              </a:path>
            </a:pathLst>
          </a:cu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8" name="Freeform 521">
            <a:extLst>
              <a:ext uri="{FF2B5EF4-FFF2-40B4-BE49-F238E27FC236}">
                <a16:creationId xmlns:a16="http://schemas.microsoft.com/office/drawing/2014/main" id="{23F76CF8-5A61-6B42-B46B-24197173276D}"/>
              </a:ext>
            </a:extLst>
          </p:cNvPr>
          <p:cNvSpPr>
            <a:spLocks noGrp="1"/>
          </p:cNvSpPr>
          <p:nvPr/>
        </p:nvSpPr>
        <p:spPr>
          <a:xfrm>
            <a:off x="15457119" y="6984340"/>
            <a:ext cx="2279567" cy="2279567"/>
          </a:xfrm>
          <a:custGeom>
            <a:avLst/>
            <a:gdLst>
              <a:gd name="T0" fmla="*/ 1828 w 1829"/>
              <a:gd name="T1" fmla="*/ 914 h 1829"/>
              <a:gd name="T2" fmla="*/ 1828 w 1829"/>
              <a:gd name="T3" fmla="*/ 914 h 1829"/>
              <a:gd name="T4" fmla="*/ 914 w 1829"/>
              <a:gd name="T5" fmla="*/ 1828 h 1829"/>
              <a:gd name="T6" fmla="*/ 914 w 1829"/>
              <a:gd name="T7" fmla="*/ 1828 h 1829"/>
              <a:gd name="T8" fmla="*/ 0 w 1829"/>
              <a:gd name="T9" fmla="*/ 914 h 1829"/>
              <a:gd name="T10" fmla="*/ 0 w 1829"/>
              <a:gd name="T11" fmla="*/ 914 h 1829"/>
              <a:gd name="T12" fmla="*/ 914 w 1829"/>
              <a:gd name="T13" fmla="*/ 0 h 1829"/>
              <a:gd name="T14" fmla="*/ 914 w 1829"/>
              <a:gd name="T15" fmla="*/ 0 h 1829"/>
              <a:gd name="T16" fmla="*/ 1828 w 1829"/>
              <a:gd name="T17" fmla="*/ 914 h 1829"/>
            </a:gdLst>
            <a:ahLst/>
            <a:cxnLst/>
            <a:rect l="0" t="0" r="r" b="b"/>
            <a:pathLst>
              <a:path w="1829" h="1829">
                <a:moveTo>
                  <a:pt x="1828" y="914"/>
                </a:moveTo>
                <a:lnTo>
                  <a:pt x="1828" y="914"/>
                </a:lnTo>
                <a:cubicBezTo>
                  <a:pt x="1828" y="1419"/>
                  <a:pt x="1419" y="1828"/>
                  <a:pt x="914" y="1828"/>
                </a:cubicBezTo>
                <a:lnTo>
                  <a:pt x="914" y="1828"/>
                </a:lnTo>
                <a:cubicBezTo>
                  <a:pt x="409" y="1828"/>
                  <a:pt x="0" y="1419"/>
                  <a:pt x="0" y="914"/>
                </a:cubicBezTo>
                <a:lnTo>
                  <a:pt x="0" y="914"/>
                </a:lnTo>
                <a:cubicBezTo>
                  <a:pt x="0" y="409"/>
                  <a:pt x="409" y="0"/>
                  <a:pt x="914" y="0"/>
                </a:cubicBezTo>
                <a:lnTo>
                  <a:pt x="914" y="0"/>
                </a:lnTo>
                <a:cubicBezTo>
                  <a:pt x="1419" y="0"/>
                  <a:pt x="1828" y="409"/>
                  <a:pt x="1828" y="914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9" name="Freeform 522">
            <a:extLst>
              <a:ext uri="{FF2B5EF4-FFF2-40B4-BE49-F238E27FC236}">
                <a16:creationId xmlns:a16="http://schemas.microsoft.com/office/drawing/2014/main" id="{89818C89-EC0F-AE4E-8CDB-4D17D9A0440D}"/>
              </a:ext>
            </a:extLst>
          </p:cNvPr>
          <p:cNvSpPr>
            <a:spLocks noGrp="1"/>
          </p:cNvSpPr>
          <p:nvPr/>
        </p:nvSpPr>
        <p:spPr>
          <a:xfrm>
            <a:off x="14215716" y="10054892"/>
            <a:ext cx="2279567" cy="2279570"/>
          </a:xfrm>
          <a:custGeom>
            <a:avLst/>
            <a:gdLst>
              <a:gd name="T0" fmla="*/ 1828 w 1829"/>
              <a:gd name="T1" fmla="*/ 913 h 1828"/>
              <a:gd name="T2" fmla="*/ 1828 w 1829"/>
              <a:gd name="T3" fmla="*/ 913 h 1828"/>
              <a:gd name="T4" fmla="*/ 915 w 1829"/>
              <a:gd name="T5" fmla="*/ 1827 h 1828"/>
              <a:gd name="T6" fmla="*/ 915 w 1829"/>
              <a:gd name="T7" fmla="*/ 1827 h 1828"/>
              <a:gd name="T8" fmla="*/ 0 w 1829"/>
              <a:gd name="T9" fmla="*/ 913 h 1828"/>
              <a:gd name="T10" fmla="*/ 0 w 1829"/>
              <a:gd name="T11" fmla="*/ 913 h 1828"/>
              <a:gd name="T12" fmla="*/ 915 w 1829"/>
              <a:gd name="T13" fmla="*/ 0 h 1828"/>
              <a:gd name="T14" fmla="*/ 915 w 1829"/>
              <a:gd name="T15" fmla="*/ 0 h 1828"/>
              <a:gd name="T16" fmla="*/ 1828 w 1829"/>
              <a:gd name="T17" fmla="*/ 913 h 1828"/>
            </a:gdLst>
            <a:ahLst/>
            <a:cxnLst/>
            <a:rect l="0" t="0" r="r" b="b"/>
            <a:pathLst>
              <a:path w="1829" h="1828">
                <a:moveTo>
                  <a:pt x="1828" y="913"/>
                </a:moveTo>
                <a:lnTo>
                  <a:pt x="1828" y="913"/>
                </a:lnTo>
                <a:cubicBezTo>
                  <a:pt x="1828" y="1418"/>
                  <a:pt x="1419" y="1827"/>
                  <a:pt x="915" y="1827"/>
                </a:cubicBezTo>
                <a:lnTo>
                  <a:pt x="915" y="1827"/>
                </a:lnTo>
                <a:cubicBezTo>
                  <a:pt x="409" y="1827"/>
                  <a:pt x="0" y="1418"/>
                  <a:pt x="0" y="913"/>
                </a:cubicBezTo>
                <a:lnTo>
                  <a:pt x="0" y="913"/>
                </a:lnTo>
                <a:cubicBezTo>
                  <a:pt x="0" y="409"/>
                  <a:pt x="409" y="0"/>
                  <a:pt x="915" y="0"/>
                </a:cubicBezTo>
                <a:lnTo>
                  <a:pt x="915" y="0"/>
                </a:lnTo>
                <a:cubicBezTo>
                  <a:pt x="1419" y="0"/>
                  <a:pt x="1828" y="409"/>
                  <a:pt x="1828" y="913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0" name="Freeform 523">
            <a:extLst>
              <a:ext uri="{FF2B5EF4-FFF2-40B4-BE49-F238E27FC236}">
                <a16:creationId xmlns:a16="http://schemas.microsoft.com/office/drawing/2014/main" id="{6B263787-304C-9645-A7AD-8E129FE63E96}"/>
              </a:ext>
            </a:extLst>
          </p:cNvPr>
          <p:cNvSpPr>
            <a:spLocks noGrp="1"/>
          </p:cNvSpPr>
          <p:nvPr/>
        </p:nvSpPr>
        <p:spPr>
          <a:xfrm>
            <a:off x="8596443" y="4595249"/>
            <a:ext cx="697605" cy="851403"/>
          </a:xfrm>
          <a:custGeom>
            <a:avLst/>
            <a:gdLst>
              <a:gd name="T0" fmla="*/ 449 w 559"/>
              <a:gd name="T1" fmla="*/ 434 h 683"/>
              <a:gd name="T2" fmla="*/ 465 w 559"/>
              <a:gd name="T3" fmla="*/ 418 h 683"/>
              <a:gd name="T4" fmla="*/ 449 w 559"/>
              <a:gd name="T5" fmla="*/ 403 h 683"/>
              <a:gd name="T6" fmla="*/ 108 w 559"/>
              <a:gd name="T7" fmla="*/ 403 h 683"/>
              <a:gd name="T8" fmla="*/ 93 w 559"/>
              <a:gd name="T9" fmla="*/ 418 h 683"/>
              <a:gd name="T10" fmla="*/ 108 w 559"/>
              <a:gd name="T11" fmla="*/ 526 h 683"/>
              <a:gd name="T12" fmla="*/ 388 w 559"/>
              <a:gd name="T13" fmla="*/ 526 h 683"/>
              <a:gd name="T14" fmla="*/ 403 w 559"/>
              <a:gd name="T15" fmla="*/ 511 h 683"/>
              <a:gd name="T16" fmla="*/ 108 w 559"/>
              <a:gd name="T17" fmla="*/ 496 h 683"/>
              <a:gd name="T18" fmla="*/ 93 w 559"/>
              <a:gd name="T19" fmla="*/ 511 h 683"/>
              <a:gd name="T20" fmla="*/ 108 w 559"/>
              <a:gd name="T21" fmla="*/ 526 h 683"/>
              <a:gd name="T22" fmla="*/ 31 w 559"/>
              <a:gd name="T23" fmla="*/ 186 h 683"/>
              <a:gd name="T24" fmla="*/ 155 w 559"/>
              <a:gd name="T25" fmla="*/ 124 h 683"/>
              <a:gd name="T26" fmla="*/ 186 w 559"/>
              <a:gd name="T27" fmla="*/ 155 h 683"/>
              <a:gd name="T28" fmla="*/ 372 w 559"/>
              <a:gd name="T29" fmla="*/ 155 h 683"/>
              <a:gd name="T30" fmla="*/ 527 w 559"/>
              <a:gd name="T31" fmla="*/ 124 h 683"/>
              <a:gd name="T32" fmla="*/ 527 w 559"/>
              <a:gd name="T33" fmla="*/ 651 h 683"/>
              <a:gd name="T34" fmla="*/ 31 w 559"/>
              <a:gd name="T35" fmla="*/ 217 h 683"/>
              <a:gd name="T36" fmla="*/ 527 w 559"/>
              <a:gd name="T37" fmla="*/ 651 h 683"/>
              <a:gd name="T38" fmla="*/ 372 w 559"/>
              <a:gd name="T39" fmla="*/ 62 h 683"/>
              <a:gd name="T40" fmla="*/ 186 w 559"/>
              <a:gd name="T41" fmla="*/ 124 h 683"/>
              <a:gd name="T42" fmla="*/ 527 w 559"/>
              <a:gd name="T43" fmla="*/ 93 h 683"/>
              <a:gd name="T44" fmla="*/ 403 w 559"/>
              <a:gd name="T45" fmla="*/ 62 h 683"/>
              <a:gd name="T46" fmla="*/ 372 w 559"/>
              <a:gd name="T47" fmla="*/ 31 h 683"/>
              <a:gd name="T48" fmla="*/ 310 w 559"/>
              <a:gd name="T49" fmla="*/ 31 h 683"/>
              <a:gd name="T50" fmla="*/ 279 w 559"/>
              <a:gd name="T51" fmla="*/ 0 h 683"/>
              <a:gd name="T52" fmla="*/ 186 w 559"/>
              <a:gd name="T53" fmla="*/ 31 h 683"/>
              <a:gd name="T54" fmla="*/ 155 w 559"/>
              <a:gd name="T55" fmla="*/ 62 h 683"/>
              <a:gd name="T56" fmla="*/ 31 w 559"/>
              <a:gd name="T57" fmla="*/ 93 h 683"/>
              <a:gd name="T58" fmla="*/ 0 w 559"/>
              <a:gd name="T59" fmla="*/ 124 h 683"/>
              <a:gd name="T60" fmla="*/ 0 w 559"/>
              <a:gd name="T61" fmla="*/ 651 h 683"/>
              <a:gd name="T62" fmla="*/ 527 w 559"/>
              <a:gd name="T63" fmla="*/ 682 h 683"/>
              <a:gd name="T64" fmla="*/ 558 w 559"/>
              <a:gd name="T65" fmla="*/ 651 h 683"/>
              <a:gd name="T66" fmla="*/ 558 w 559"/>
              <a:gd name="T67" fmla="*/ 124 h 683"/>
              <a:gd name="T68" fmla="*/ 108 w 559"/>
              <a:gd name="T69" fmla="*/ 340 h 683"/>
              <a:gd name="T70" fmla="*/ 295 w 559"/>
              <a:gd name="T71" fmla="*/ 340 h 683"/>
              <a:gd name="T72" fmla="*/ 310 w 559"/>
              <a:gd name="T73" fmla="*/ 325 h 683"/>
              <a:gd name="T74" fmla="*/ 108 w 559"/>
              <a:gd name="T75" fmla="*/ 310 h 683"/>
              <a:gd name="T76" fmla="*/ 93 w 559"/>
              <a:gd name="T77" fmla="*/ 325 h 683"/>
              <a:gd name="T78" fmla="*/ 108 w 559"/>
              <a:gd name="T79" fmla="*/ 340 h 683"/>
            </a:gdLst>
            <a:ahLst/>
            <a:cxnLst/>
            <a:rect l="0" t="0" r="r" b="b"/>
            <a:pathLst>
              <a:path w="559" h="683">
                <a:moveTo>
                  <a:pt x="108" y="434"/>
                </a:moveTo>
                <a:lnTo>
                  <a:pt x="449" y="434"/>
                </a:lnTo>
                <a:lnTo>
                  <a:pt x="449" y="434"/>
                </a:lnTo>
                <a:cubicBezTo>
                  <a:pt x="458" y="434"/>
                  <a:pt x="465" y="427"/>
                  <a:pt x="465" y="418"/>
                </a:cubicBezTo>
                <a:lnTo>
                  <a:pt x="465" y="418"/>
                </a:lnTo>
                <a:cubicBezTo>
                  <a:pt x="465" y="410"/>
                  <a:pt x="458" y="403"/>
                  <a:pt x="449" y="403"/>
                </a:cubicBezTo>
                <a:lnTo>
                  <a:pt x="108" y="403"/>
                </a:lnTo>
                <a:lnTo>
                  <a:pt x="108" y="403"/>
                </a:lnTo>
                <a:cubicBezTo>
                  <a:pt x="100" y="403"/>
                  <a:pt x="93" y="410"/>
                  <a:pt x="93" y="418"/>
                </a:cubicBezTo>
                <a:lnTo>
                  <a:pt x="93" y="418"/>
                </a:lnTo>
                <a:cubicBezTo>
                  <a:pt x="93" y="427"/>
                  <a:pt x="100" y="434"/>
                  <a:pt x="108" y="434"/>
                </a:cubicBezTo>
                <a:close/>
                <a:moveTo>
                  <a:pt x="108" y="526"/>
                </a:moveTo>
                <a:lnTo>
                  <a:pt x="388" y="526"/>
                </a:lnTo>
                <a:lnTo>
                  <a:pt x="388" y="526"/>
                </a:lnTo>
                <a:cubicBezTo>
                  <a:pt x="396" y="526"/>
                  <a:pt x="403" y="520"/>
                  <a:pt x="403" y="511"/>
                </a:cubicBezTo>
                <a:lnTo>
                  <a:pt x="403" y="511"/>
                </a:lnTo>
                <a:cubicBezTo>
                  <a:pt x="403" y="503"/>
                  <a:pt x="396" y="496"/>
                  <a:pt x="388" y="496"/>
                </a:cubicBezTo>
                <a:lnTo>
                  <a:pt x="108" y="496"/>
                </a:lnTo>
                <a:lnTo>
                  <a:pt x="108" y="496"/>
                </a:lnTo>
                <a:cubicBezTo>
                  <a:pt x="100" y="496"/>
                  <a:pt x="93" y="503"/>
                  <a:pt x="93" y="511"/>
                </a:cubicBezTo>
                <a:lnTo>
                  <a:pt x="93" y="511"/>
                </a:lnTo>
                <a:cubicBezTo>
                  <a:pt x="93" y="520"/>
                  <a:pt x="100" y="526"/>
                  <a:pt x="108" y="526"/>
                </a:cubicBezTo>
                <a:close/>
                <a:moveTo>
                  <a:pt x="527" y="186"/>
                </a:moveTo>
                <a:lnTo>
                  <a:pt x="31" y="186"/>
                </a:lnTo>
                <a:lnTo>
                  <a:pt x="31" y="124"/>
                </a:lnTo>
                <a:lnTo>
                  <a:pt x="155" y="124"/>
                </a:lnTo>
                <a:lnTo>
                  <a:pt x="155" y="124"/>
                </a:lnTo>
                <a:cubicBezTo>
                  <a:pt x="155" y="141"/>
                  <a:pt x="169" y="155"/>
                  <a:pt x="186" y="155"/>
                </a:cubicBezTo>
                <a:lnTo>
                  <a:pt x="372" y="155"/>
                </a:lnTo>
                <a:lnTo>
                  <a:pt x="372" y="155"/>
                </a:lnTo>
                <a:cubicBezTo>
                  <a:pt x="389" y="155"/>
                  <a:pt x="403" y="141"/>
                  <a:pt x="403" y="124"/>
                </a:cubicBezTo>
                <a:lnTo>
                  <a:pt x="527" y="124"/>
                </a:lnTo>
                <a:lnTo>
                  <a:pt x="527" y="186"/>
                </a:lnTo>
                <a:close/>
                <a:moveTo>
                  <a:pt x="527" y="651"/>
                </a:moveTo>
                <a:lnTo>
                  <a:pt x="31" y="651"/>
                </a:lnTo>
                <a:lnTo>
                  <a:pt x="31" y="217"/>
                </a:lnTo>
                <a:lnTo>
                  <a:pt x="527" y="217"/>
                </a:lnTo>
                <a:lnTo>
                  <a:pt x="527" y="651"/>
                </a:lnTo>
                <a:close/>
                <a:moveTo>
                  <a:pt x="186" y="62"/>
                </a:moveTo>
                <a:lnTo>
                  <a:pt x="372" y="62"/>
                </a:lnTo>
                <a:lnTo>
                  <a:pt x="372" y="124"/>
                </a:lnTo>
                <a:lnTo>
                  <a:pt x="186" y="124"/>
                </a:lnTo>
                <a:lnTo>
                  <a:pt x="186" y="62"/>
                </a:lnTo>
                <a:close/>
                <a:moveTo>
                  <a:pt x="527" y="93"/>
                </a:moveTo>
                <a:lnTo>
                  <a:pt x="403" y="93"/>
                </a:lnTo>
                <a:lnTo>
                  <a:pt x="403" y="62"/>
                </a:lnTo>
                <a:lnTo>
                  <a:pt x="403" y="62"/>
                </a:lnTo>
                <a:cubicBezTo>
                  <a:pt x="403" y="45"/>
                  <a:pt x="389" y="31"/>
                  <a:pt x="372" y="31"/>
                </a:cubicBezTo>
                <a:lnTo>
                  <a:pt x="310" y="31"/>
                </a:lnTo>
                <a:lnTo>
                  <a:pt x="310" y="31"/>
                </a:lnTo>
                <a:cubicBezTo>
                  <a:pt x="310" y="14"/>
                  <a:pt x="296" y="0"/>
                  <a:pt x="279" y="0"/>
                </a:cubicBezTo>
                <a:lnTo>
                  <a:pt x="279" y="0"/>
                </a:lnTo>
                <a:cubicBezTo>
                  <a:pt x="262" y="0"/>
                  <a:pt x="248" y="14"/>
                  <a:pt x="248" y="31"/>
                </a:cubicBezTo>
                <a:lnTo>
                  <a:pt x="186" y="31"/>
                </a:lnTo>
                <a:lnTo>
                  <a:pt x="186" y="31"/>
                </a:lnTo>
                <a:cubicBezTo>
                  <a:pt x="169" y="31"/>
                  <a:pt x="155" y="45"/>
                  <a:pt x="155" y="62"/>
                </a:cubicBezTo>
                <a:lnTo>
                  <a:pt x="155" y="93"/>
                </a:lnTo>
                <a:lnTo>
                  <a:pt x="31" y="93"/>
                </a:lnTo>
                <a:lnTo>
                  <a:pt x="31" y="93"/>
                </a:lnTo>
                <a:cubicBezTo>
                  <a:pt x="14" y="93"/>
                  <a:pt x="0" y="107"/>
                  <a:pt x="0" y="124"/>
                </a:cubicBezTo>
                <a:lnTo>
                  <a:pt x="0" y="651"/>
                </a:lnTo>
                <a:lnTo>
                  <a:pt x="0" y="651"/>
                </a:lnTo>
                <a:cubicBezTo>
                  <a:pt x="0" y="668"/>
                  <a:pt x="14" y="682"/>
                  <a:pt x="31" y="682"/>
                </a:cubicBezTo>
                <a:lnTo>
                  <a:pt x="527" y="682"/>
                </a:lnTo>
                <a:lnTo>
                  <a:pt x="527" y="682"/>
                </a:lnTo>
                <a:cubicBezTo>
                  <a:pt x="544" y="682"/>
                  <a:pt x="558" y="668"/>
                  <a:pt x="558" y="651"/>
                </a:cubicBezTo>
                <a:lnTo>
                  <a:pt x="558" y="124"/>
                </a:lnTo>
                <a:lnTo>
                  <a:pt x="558" y="124"/>
                </a:lnTo>
                <a:cubicBezTo>
                  <a:pt x="558" y="107"/>
                  <a:pt x="544" y="93"/>
                  <a:pt x="527" y="93"/>
                </a:cubicBezTo>
                <a:close/>
                <a:moveTo>
                  <a:pt x="108" y="340"/>
                </a:moveTo>
                <a:lnTo>
                  <a:pt x="295" y="340"/>
                </a:lnTo>
                <a:lnTo>
                  <a:pt x="295" y="340"/>
                </a:lnTo>
                <a:cubicBezTo>
                  <a:pt x="303" y="340"/>
                  <a:pt x="310" y="334"/>
                  <a:pt x="310" y="325"/>
                </a:cubicBezTo>
                <a:lnTo>
                  <a:pt x="310" y="325"/>
                </a:lnTo>
                <a:cubicBezTo>
                  <a:pt x="310" y="317"/>
                  <a:pt x="303" y="310"/>
                  <a:pt x="295" y="310"/>
                </a:cubicBezTo>
                <a:lnTo>
                  <a:pt x="108" y="310"/>
                </a:lnTo>
                <a:lnTo>
                  <a:pt x="108" y="310"/>
                </a:lnTo>
                <a:cubicBezTo>
                  <a:pt x="100" y="310"/>
                  <a:pt x="93" y="317"/>
                  <a:pt x="93" y="325"/>
                </a:cubicBezTo>
                <a:lnTo>
                  <a:pt x="93" y="325"/>
                </a:lnTo>
                <a:cubicBezTo>
                  <a:pt x="93" y="334"/>
                  <a:pt x="100" y="340"/>
                  <a:pt x="108" y="3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1" name="Freeform 524">
            <a:extLst>
              <a:ext uri="{FF2B5EF4-FFF2-40B4-BE49-F238E27FC236}">
                <a16:creationId xmlns:a16="http://schemas.microsoft.com/office/drawing/2014/main" id="{B444C50D-7743-DD49-A94A-D32A3889DAA4}"/>
              </a:ext>
            </a:extLst>
          </p:cNvPr>
          <p:cNvSpPr>
            <a:spLocks noGrp="1"/>
          </p:cNvSpPr>
          <p:nvPr/>
        </p:nvSpPr>
        <p:spPr>
          <a:xfrm>
            <a:off x="7355040" y="7698421"/>
            <a:ext cx="851407" cy="851403"/>
          </a:xfrm>
          <a:custGeom>
            <a:avLst/>
            <a:gdLst>
              <a:gd name="T0" fmla="*/ 618 w 682"/>
              <a:gd name="T1" fmla="*/ 387 h 683"/>
              <a:gd name="T2" fmla="*/ 569 w 682"/>
              <a:gd name="T3" fmla="*/ 473 h 683"/>
              <a:gd name="T4" fmla="*/ 533 w 682"/>
              <a:gd name="T5" fmla="*/ 587 h 683"/>
              <a:gd name="T6" fmla="*/ 504 w 682"/>
              <a:gd name="T7" fmla="*/ 570 h 683"/>
              <a:gd name="T8" fmla="*/ 472 w 682"/>
              <a:gd name="T9" fmla="*/ 570 h 683"/>
              <a:gd name="T10" fmla="*/ 379 w 682"/>
              <a:gd name="T11" fmla="*/ 651 h 683"/>
              <a:gd name="T12" fmla="*/ 294 w 682"/>
              <a:gd name="T13" fmla="*/ 619 h 683"/>
              <a:gd name="T14" fmla="*/ 209 w 682"/>
              <a:gd name="T15" fmla="*/ 570 h 683"/>
              <a:gd name="T16" fmla="*/ 177 w 682"/>
              <a:gd name="T17" fmla="*/ 570 h 683"/>
              <a:gd name="T18" fmla="*/ 94 w 682"/>
              <a:gd name="T19" fmla="*/ 533 h 683"/>
              <a:gd name="T20" fmla="*/ 111 w 682"/>
              <a:gd name="T21" fmla="*/ 473 h 683"/>
              <a:gd name="T22" fmla="*/ 31 w 682"/>
              <a:gd name="T23" fmla="*/ 379 h 683"/>
              <a:gd name="T24" fmla="*/ 63 w 682"/>
              <a:gd name="T25" fmla="*/ 295 h 683"/>
              <a:gd name="T26" fmla="*/ 111 w 682"/>
              <a:gd name="T27" fmla="*/ 209 h 683"/>
              <a:gd name="T28" fmla="*/ 94 w 682"/>
              <a:gd name="T29" fmla="*/ 149 h 683"/>
              <a:gd name="T30" fmla="*/ 177 w 682"/>
              <a:gd name="T31" fmla="*/ 112 h 683"/>
              <a:gd name="T32" fmla="*/ 209 w 682"/>
              <a:gd name="T33" fmla="*/ 112 h 683"/>
              <a:gd name="T34" fmla="*/ 302 w 682"/>
              <a:gd name="T35" fmla="*/ 31 h 683"/>
              <a:gd name="T36" fmla="*/ 386 w 682"/>
              <a:gd name="T37" fmla="*/ 64 h 683"/>
              <a:gd name="T38" fmla="*/ 472 w 682"/>
              <a:gd name="T39" fmla="*/ 112 h 683"/>
              <a:gd name="T40" fmla="*/ 504 w 682"/>
              <a:gd name="T41" fmla="*/ 112 h 683"/>
              <a:gd name="T42" fmla="*/ 587 w 682"/>
              <a:gd name="T43" fmla="*/ 149 h 683"/>
              <a:gd name="T44" fmla="*/ 569 w 682"/>
              <a:gd name="T45" fmla="*/ 209 h 683"/>
              <a:gd name="T46" fmla="*/ 650 w 682"/>
              <a:gd name="T47" fmla="*/ 303 h 683"/>
              <a:gd name="T48" fmla="*/ 626 w 682"/>
              <a:gd name="T49" fmla="*/ 265 h 683"/>
              <a:gd name="T50" fmla="*/ 614 w 682"/>
              <a:gd name="T51" fmla="*/ 132 h 683"/>
              <a:gd name="T52" fmla="*/ 535 w 682"/>
              <a:gd name="T53" fmla="*/ 63 h 683"/>
              <a:gd name="T54" fmla="*/ 417 w 682"/>
              <a:gd name="T55" fmla="*/ 56 h 683"/>
              <a:gd name="T56" fmla="*/ 295 w 682"/>
              <a:gd name="T57" fmla="*/ 0 h 683"/>
              <a:gd name="T58" fmla="*/ 264 w 682"/>
              <a:gd name="T59" fmla="*/ 56 h 683"/>
              <a:gd name="T60" fmla="*/ 146 w 682"/>
              <a:gd name="T61" fmla="*/ 63 h 683"/>
              <a:gd name="T62" fmla="*/ 67 w 682"/>
              <a:gd name="T63" fmla="*/ 132 h 683"/>
              <a:gd name="T64" fmla="*/ 55 w 682"/>
              <a:gd name="T65" fmla="*/ 265 h 683"/>
              <a:gd name="T66" fmla="*/ 0 w 682"/>
              <a:gd name="T67" fmla="*/ 387 h 683"/>
              <a:gd name="T68" fmla="*/ 55 w 682"/>
              <a:gd name="T69" fmla="*/ 417 h 683"/>
              <a:gd name="T70" fmla="*/ 67 w 682"/>
              <a:gd name="T71" fmla="*/ 550 h 683"/>
              <a:gd name="T72" fmla="*/ 145 w 682"/>
              <a:gd name="T73" fmla="*/ 620 h 683"/>
              <a:gd name="T74" fmla="*/ 264 w 682"/>
              <a:gd name="T75" fmla="*/ 626 h 683"/>
              <a:gd name="T76" fmla="*/ 386 w 682"/>
              <a:gd name="T77" fmla="*/ 682 h 683"/>
              <a:gd name="T78" fmla="*/ 417 w 682"/>
              <a:gd name="T79" fmla="*/ 626 h 683"/>
              <a:gd name="T80" fmla="*/ 536 w 682"/>
              <a:gd name="T81" fmla="*/ 620 h 683"/>
              <a:gd name="T82" fmla="*/ 614 w 682"/>
              <a:gd name="T83" fmla="*/ 550 h 683"/>
              <a:gd name="T84" fmla="*/ 626 w 682"/>
              <a:gd name="T85" fmla="*/ 417 h 683"/>
              <a:gd name="T86" fmla="*/ 681 w 682"/>
              <a:gd name="T87" fmla="*/ 295 h 683"/>
              <a:gd name="T88" fmla="*/ 495 w 682"/>
              <a:gd name="T89" fmla="*/ 341 h 683"/>
              <a:gd name="T90" fmla="*/ 402 w 682"/>
              <a:gd name="T91" fmla="*/ 341 h 683"/>
              <a:gd name="T92" fmla="*/ 483 w 682"/>
              <a:gd name="T93" fmla="*/ 280 h 683"/>
              <a:gd name="T94" fmla="*/ 341 w 682"/>
              <a:gd name="T95" fmla="*/ 310 h 683"/>
              <a:gd name="T96" fmla="*/ 341 w 682"/>
              <a:gd name="T97" fmla="*/ 372 h 683"/>
              <a:gd name="T98" fmla="*/ 325 w 682"/>
              <a:gd name="T99" fmla="*/ 495 h 683"/>
              <a:gd name="T100" fmla="*/ 281 w 682"/>
              <a:gd name="T101" fmla="*/ 326 h 683"/>
              <a:gd name="T102" fmla="*/ 325 w 682"/>
              <a:gd name="T103" fmla="*/ 401 h 683"/>
              <a:gd name="T104" fmla="*/ 468 w 682"/>
              <a:gd name="T105" fmla="*/ 253 h 683"/>
              <a:gd name="T106" fmla="*/ 341 w 682"/>
              <a:gd name="T107" fmla="*/ 279 h 683"/>
              <a:gd name="T108" fmla="*/ 341 w 682"/>
              <a:gd name="T109" fmla="*/ 186 h 683"/>
              <a:gd name="T110" fmla="*/ 155 w 682"/>
              <a:gd name="T111" fmla="*/ 341 h 683"/>
              <a:gd name="T112" fmla="*/ 527 w 682"/>
              <a:gd name="T113" fmla="*/ 341 h 683"/>
            </a:gdLst>
            <a:ahLst/>
            <a:cxnLst/>
            <a:rect l="0" t="0" r="r" b="b"/>
            <a:pathLst>
              <a:path w="682" h="683">
                <a:moveTo>
                  <a:pt x="650" y="379"/>
                </a:moveTo>
                <a:lnTo>
                  <a:pt x="650" y="379"/>
                </a:lnTo>
                <a:lnTo>
                  <a:pt x="650" y="379"/>
                </a:lnTo>
                <a:lnTo>
                  <a:pt x="618" y="387"/>
                </a:lnTo>
                <a:lnTo>
                  <a:pt x="618" y="387"/>
                </a:lnTo>
                <a:cubicBezTo>
                  <a:pt x="608" y="390"/>
                  <a:pt x="599" y="398"/>
                  <a:pt x="596" y="409"/>
                </a:cubicBezTo>
                <a:lnTo>
                  <a:pt x="596" y="409"/>
                </a:lnTo>
                <a:cubicBezTo>
                  <a:pt x="590" y="432"/>
                  <a:pt x="581" y="453"/>
                  <a:pt x="569" y="473"/>
                </a:cubicBezTo>
                <a:lnTo>
                  <a:pt x="569" y="473"/>
                </a:lnTo>
                <a:cubicBezTo>
                  <a:pt x="564" y="483"/>
                  <a:pt x="564" y="495"/>
                  <a:pt x="569" y="505"/>
                </a:cubicBezTo>
                <a:lnTo>
                  <a:pt x="587" y="533"/>
                </a:lnTo>
                <a:lnTo>
                  <a:pt x="533" y="587"/>
                </a:lnTo>
                <a:lnTo>
                  <a:pt x="533" y="587"/>
                </a:lnTo>
                <a:cubicBezTo>
                  <a:pt x="532" y="587"/>
                  <a:pt x="532" y="587"/>
                  <a:pt x="532" y="587"/>
                </a:cubicBezTo>
                <a:lnTo>
                  <a:pt x="504" y="570"/>
                </a:lnTo>
                <a:lnTo>
                  <a:pt x="504" y="570"/>
                </a:lnTo>
                <a:cubicBezTo>
                  <a:pt x="499" y="567"/>
                  <a:pt x="494" y="566"/>
                  <a:pt x="488" y="566"/>
                </a:cubicBezTo>
                <a:lnTo>
                  <a:pt x="488" y="566"/>
                </a:lnTo>
                <a:cubicBezTo>
                  <a:pt x="483" y="566"/>
                  <a:pt x="477" y="567"/>
                  <a:pt x="472" y="570"/>
                </a:cubicBezTo>
                <a:lnTo>
                  <a:pt x="472" y="570"/>
                </a:lnTo>
                <a:cubicBezTo>
                  <a:pt x="453" y="581"/>
                  <a:pt x="431" y="590"/>
                  <a:pt x="409" y="597"/>
                </a:cubicBezTo>
                <a:lnTo>
                  <a:pt x="409" y="597"/>
                </a:lnTo>
                <a:cubicBezTo>
                  <a:pt x="398" y="599"/>
                  <a:pt x="390" y="608"/>
                  <a:pt x="386" y="619"/>
                </a:cubicBezTo>
                <a:lnTo>
                  <a:pt x="379" y="651"/>
                </a:lnTo>
                <a:lnTo>
                  <a:pt x="379" y="651"/>
                </a:lnTo>
                <a:lnTo>
                  <a:pt x="379" y="651"/>
                </a:lnTo>
                <a:lnTo>
                  <a:pt x="302" y="651"/>
                </a:lnTo>
                <a:lnTo>
                  <a:pt x="294" y="619"/>
                </a:lnTo>
                <a:lnTo>
                  <a:pt x="294" y="619"/>
                </a:lnTo>
                <a:cubicBezTo>
                  <a:pt x="291" y="608"/>
                  <a:pt x="283" y="599"/>
                  <a:pt x="272" y="597"/>
                </a:cubicBezTo>
                <a:lnTo>
                  <a:pt x="272" y="597"/>
                </a:lnTo>
                <a:cubicBezTo>
                  <a:pt x="250" y="590"/>
                  <a:pt x="229" y="581"/>
                  <a:pt x="209" y="570"/>
                </a:cubicBezTo>
                <a:lnTo>
                  <a:pt x="209" y="570"/>
                </a:lnTo>
                <a:cubicBezTo>
                  <a:pt x="204" y="567"/>
                  <a:pt x="198" y="566"/>
                  <a:pt x="193" y="566"/>
                </a:cubicBezTo>
                <a:lnTo>
                  <a:pt x="193" y="566"/>
                </a:lnTo>
                <a:cubicBezTo>
                  <a:pt x="187" y="566"/>
                  <a:pt x="182" y="567"/>
                  <a:pt x="177" y="570"/>
                </a:cubicBezTo>
                <a:lnTo>
                  <a:pt x="149" y="587"/>
                </a:lnTo>
                <a:lnTo>
                  <a:pt x="149" y="587"/>
                </a:lnTo>
                <a:lnTo>
                  <a:pt x="149" y="587"/>
                </a:lnTo>
                <a:lnTo>
                  <a:pt x="94" y="533"/>
                </a:lnTo>
                <a:lnTo>
                  <a:pt x="111" y="505"/>
                </a:lnTo>
                <a:lnTo>
                  <a:pt x="111" y="505"/>
                </a:lnTo>
                <a:cubicBezTo>
                  <a:pt x="117" y="495"/>
                  <a:pt x="117" y="483"/>
                  <a:pt x="111" y="473"/>
                </a:cubicBezTo>
                <a:lnTo>
                  <a:pt x="111" y="473"/>
                </a:lnTo>
                <a:cubicBezTo>
                  <a:pt x="100" y="453"/>
                  <a:pt x="91" y="432"/>
                  <a:pt x="85" y="409"/>
                </a:cubicBezTo>
                <a:lnTo>
                  <a:pt x="85" y="409"/>
                </a:lnTo>
                <a:cubicBezTo>
                  <a:pt x="82" y="398"/>
                  <a:pt x="74" y="390"/>
                  <a:pt x="63" y="387"/>
                </a:cubicBezTo>
                <a:lnTo>
                  <a:pt x="31" y="379"/>
                </a:lnTo>
                <a:lnTo>
                  <a:pt x="31" y="379"/>
                </a:lnTo>
                <a:lnTo>
                  <a:pt x="31" y="379"/>
                </a:lnTo>
                <a:lnTo>
                  <a:pt x="31" y="303"/>
                </a:lnTo>
                <a:lnTo>
                  <a:pt x="63" y="295"/>
                </a:lnTo>
                <a:lnTo>
                  <a:pt x="63" y="295"/>
                </a:lnTo>
                <a:cubicBezTo>
                  <a:pt x="74" y="292"/>
                  <a:pt x="82" y="284"/>
                  <a:pt x="85" y="273"/>
                </a:cubicBezTo>
                <a:lnTo>
                  <a:pt x="85" y="273"/>
                </a:lnTo>
                <a:cubicBezTo>
                  <a:pt x="91" y="250"/>
                  <a:pt x="100" y="229"/>
                  <a:pt x="111" y="209"/>
                </a:cubicBezTo>
                <a:lnTo>
                  <a:pt x="111" y="209"/>
                </a:lnTo>
                <a:cubicBezTo>
                  <a:pt x="117" y="200"/>
                  <a:pt x="117" y="187"/>
                  <a:pt x="111" y="178"/>
                </a:cubicBezTo>
                <a:lnTo>
                  <a:pt x="94" y="149"/>
                </a:lnTo>
                <a:lnTo>
                  <a:pt x="94" y="149"/>
                </a:lnTo>
                <a:lnTo>
                  <a:pt x="94" y="149"/>
                </a:lnTo>
                <a:lnTo>
                  <a:pt x="149" y="95"/>
                </a:lnTo>
                <a:lnTo>
                  <a:pt x="177" y="112"/>
                </a:lnTo>
                <a:lnTo>
                  <a:pt x="177" y="112"/>
                </a:lnTo>
                <a:cubicBezTo>
                  <a:pt x="182" y="115"/>
                  <a:pt x="187" y="116"/>
                  <a:pt x="193" y="116"/>
                </a:cubicBezTo>
                <a:lnTo>
                  <a:pt x="193" y="116"/>
                </a:lnTo>
                <a:cubicBezTo>
                  <a:pt x="198" y="116"/>
                  <a:pt x="204" y="115"/>
                  <a:pt x="209" y="112"/>
                </a:cubicBezTo>
                <a:lnTo>
                  <a:pt x="209" y="112"/>
                </a:lnTo>
                <a:cubicBezTo>
                  <a:pt x="229" y="101"/>
                  <a:pt x="250" y="92"/>
                  <a:pt x="272" y="86"/>
                </a:cubicBezTo>
                <a:lnTo>
                  <a:pt x="272" y="86"/>
                </a:lnTo>
                <a:cubicBezTo>
                  <a:pt x="283" y="83"/>
                  <a:pt x="291" y="75"/>
                  <a:pt x="294" y="64"/>
                </a:cubicBezTo>
                <a:lnTo>
                  <a:pt x="302" y="31"/>
                </a:lnTo>
                <a:lnTo>
                  <a:pt x="379" y="31"/>
                </a:lnTo>
                <a:lnTo>
                  <a:pt x="379" y="31"/>
                </a:lnTo>
                <a:lnTo>
                  <a:pt x="379" y="31"/>
                </a:lnTo>
                <a:lnTo>
                  <a:pt x="386" y="64"/>
                </a:lnTo>
                <a:lnTo>
                  <a:pt x="386" y="64"/>
                </a:lnTo>
                <a:cubicBezTo>
                  <a:pt x="390" y="75"/>
                  <a:pt x="398" y="83"/>
                  <a:pt x="409" y="86"/>
                </a:cubicBezTo>
                <a:lnTo>
                  <a:pt x="409" y="86"/>
                </a:lnTo>
                <a:cubicBezTo>
                  <a:pt x="431" y="92"/>
                  <a:pt x="453" y="101"/>
                  <a:pt x="472" y="112"/>
                </a:cubicBezTo>
                <a:lnTo>
                  <a:pt x="472" y="112"/>
                </a:lnTo>
                <a:cubicBezTo>
                  <a:pt x="477" y="115"/>
                  <a:pt x="483" y="116"/>
                  <a:pt x="488" y="116"/>
                </a:cubicBezTo>
                <a:lnTo>
                  <a:pt x="488" y="116"/>
                </a:lnTo>
                <a:cubicBezTo>
                  <a:pt x="494" y="116"/>
                  <a:pt x="499" y="115"/>
                  <a:pt x="504" y="112"/>
                </a:cubicBezTo>
                <a:lnTo>
                  <a:pt x="533" y="95"/>
                </a:lnTo>
                <a:lnTo>
                  <a:pt x="587" y="149"/>
                </a:lnTo>
                <a:lnTo>
                  <a:pt x="587" y="149"/>
                </a:lnTo>
                <a:lnTo>
                  <a:pt x="587" y="149"/>
                </a:lnTo>
                <a:lnTo>
                  <a:pt x="569" y="178"/>
                </a:lnTo>
                <a:lnTo>
                  <a:pt x="569" y="178"/>
                </a:lnTo>
                <a:cubicBezTo>
                  <a:pt x="564" y="187"/>
                  <a:pt x="564" y="200"/>
                  <a:pt x="569" y="209"/>
                </a:cubicBezTo>
                <a:lnTo>
                  <a:pt x="569" y="209"/>
                </a:lnTo>
                <a:cubicBezTo>
                  <a:pt x="581" y="229"/>
                  <a:pt x="590" y="250"/>
                  <a:pt x="596" y="273"/>
                </a:cubicBezTo>
                <a:lnTo>
                  <a:pt x="596" y="273"/>
                </a:lnTo>
                <a:cubicBezTo>
                  <a:pt x="599" y="284"/>
                  <a:pt x="608" y="292"/>
                  <a:pt x="618" y="295"/>
                </a:cubicBezTo>
                <a:lnTo>
                  <a:pt x="650" y="303"/>
                </a:lnTo>
                <a:lnTo>
                  <a:pt x="650" y="379"/>
                </a:lnTo>
                <a:close/>
                <a:moveTo>
                  <a:pt x="659" y="273"/>
                </a:moveTo>
                <a:lnTo>
                  <a:pt x="626" y="265"/>
                </a:lnTo>
                <a:lnTo>
                  <a:pt x="626" y="265"/>
                </a:lnTo>
                <a:cubicBezTo>
                  <a:pt x="619" y="239"/>
                  <a:pt x="609" y="215"/>
                  <a:pt x="596" y="194"/>
                </a:cubicBezTo>
                <a:lnTo>
                  <a:pt x="614" y="165"/>
                </a:lnTo>
                <a:lnTo>
                  <a:pt x="614" y="165"/>
                </a:lnTo>
                <a:cubicBezTo>
                  <a:pt x="619" y="154"/>
                  <a:pt x="623" y="141"/>
                  <a:pt x="614" y="132"/>
                </a:cubicBezTo>
                <a:lnTo>
                  <a:pt x="549" y="68"/>
                </a:lnTo>
                <a:lnTo>
                  <a:pt x="549" y="68"/>
                </a:lnTo>
                <a:cubicBezTo>
                  <a:pt x="546" y="64"/>
                  <a:pt x="541" y="63"/>
                  <a:pt x="535" y="63"/>
                </a:cubicBezTo>
                <a:lnTo>
                  <a:pt x="535" y="63"/>
                </a:lnTo>
                <a:cubicBezTo>
                  <a:pt x="529" y="63"/>
                  <a:pt x="523" y="65"/>
                  <a:pt x="517" y="68"/>
                </a:cubicBezTo>
                <a:lnTo>
                  <a:pt x="488" y="86"/>
                </a:lnTo>
                <a:lnTo>
                  <a:pt x="488" y="86"/>
                </a:lnTo>
                <a:cubicBezTo>
                  <a:pt x="466" y="73"/>
                  <a:pt x="442" y="63"/>
                  <a:pt x="417" y="56"/>
                </a:cubicBezTo>
                <a:lnTo>
                  <a:pt x="409" y="23"/>
                </a:lnTo>
                <a:lnTo>
                  <a:pt x="409" y="23"/>
                </a:lnTo>
                <a:cubicBezTo>
                  <a:pt x="405" y="12"/>
                  <a:pt x="398" y="0"/>
                  <a:pt x="386" y="0"/>
                </a:cubicBezTo>
                <a:lnTo>
                  <a:pt x="295" y="0"/>
                </a:lnTo>
                <a:lnTo>
                  <a:pt x="295" y="0"/>
                </a:lnTo>
                <a:cubicBezTo>
                  <a:pt x="283" y="0"/>
                  <a:pt x="275" y="12"/>
                  <a:pt x="272" y="23"/>
                </a:cubicBezTo>
                <a:lnTo>
                  <a:pt x="264" y="56"/>
                </a:lnTo>
                <a:lnTo>
                  <a:pt x="264" y="56"/>
                </a:lnTo>
                <a:cubicBezTo>
                  <a:pt x="239" y="63"/>
                  <a:pt x="215" y="73"/>
                  <a:pt x="193" y="86"/>
                </a:cubicBezTo>
                <a:lnTo>
                  <a:pt x="164" y="68"/>
                </a:lnTo>
                <a:lnTo>
                  <a:pt x="164" y="68"/>
                </a:lnTo>
                <a:cubicBezTo>
                  <a:pt x="158" y="65"/>
                  <a:pt x="152" y="63"/>
                  <a:pt x="146" y="63"/>
                </a:cubicBezTo>
                <a:lnTo>
                  <a:pt x="146" y="63"/>
                </a:lnTo>
                <a:cubicBezTo>
                  <a:pt x="141" y="63"/>
                  <a:pt x="136" y="64"/>
                  <a:pt x="132" y="68"/>
                </a:cubicBezTo>
                <a:lnTo>
                  <a:pt x="67" y="132"/>
                </a:lnTo>
                <a:lnTo>
                  <a:pt x="67" y="132"/>
                </a:lnTo>
                <a:cubicBezTo>
                  <a:pt x="59" y="141"/>
                  <a:pt x="62" y="154"/>
                  <a:pt x="67" y="165"/>
                </a:cubicBezTo>
                <a:lnTo>
                  <a:pt x="85" y="194"/>
                </a:lnTo>
                <a:lnTo>
                  <a:pt x="85" y="194"/>
                </a:lnTo>
                <a:cubicBezTo>
                  <a:pt x="72" y="215"/>
                  <a:pt x="62" y="239"/>
                  <a:pt x="55" y="265"/>
                </a:cubicBezTo>
                <a:lnTo>
                  <a:pt x="23" y="273"/>
                </a:lnTo>
                <a:lnTo>
                  <a:pt x="23" y="273"/>
                </a:lnTo>
                <a:cubicBezTo>
                  <a:pt x="11" y="276"/>
                  <a:pt x="0" y="283"/>
                  <a:pt x="0" y="295"/>
                </a:cubicBezTo>
                <a:lnTo>
                  <a:pt x="0" y="387"/>
                </a:lnTo>
                <a:lnTo>
                  <a:pt x="0" y="387"/>
                </a:lnTo>
                <a:cubicBezTo>
                  <a:pt x="0" y="399"/>
                  <a:pt x="11" y="406"/>
                  <a:pt x="23" y="409"/>
                </a:cubicBezTo>
                <a:lnTo>
                  <a:pt x="55" y="417"/>
                </a:lnTo>
                <a:lnTo>
                  <a:pt x="55" y="417"/>
                </a:lnTo>
                <a:cubicBezTo>
                  <a:pt x="62" y="443"/>
                  <a:pt x="72" y="467"/>
                  <a:pt x="85" y="489"/>
                </a:cubicBezTo>
                <a:lnTo>
                  <a:pt x="67" y="518"/>
                </a:lnTo>
                <a:lnTo>
                  <a:pt x="67" y="518"/>
                </a:lnTo>
                <a:cubicBezTo>
                  <a:pt x="61" y="528"/>
                  <a:pt x="59" y="541"/>
                  <a:pt x="67" y="550"/>
                </a:cubicBezTo>
                <a:lnTo>
                  <a:pt x="132" y="614"/>
                </a:lnTo>
                <a:lnTo>
                  <a:pt x="132" y="614"/>
                </a:lnTo>
                <a:cubicBezTo>
                  <a:pt x="136" y="619"/>
                  <a:pt x="140" y="620"/>
                  <a:pt x="145" y="620"/>
                </a:cubicBezTo>
                <a:lnTo>
                  <a:pt x="145" y="620"/>
                </a:lnTo>
                <a:cubicBezTo>
                  <a:pt x="151" y="620"/>
                  <a:pt x="158" y="617"/>
                  <a:pt x="164" y="614"/>
                </a:cubicBezTo>
                <a:lnTo>
                  <a:pt x="193" y="597"/>
                </a:lnTo>
                <a:lnTo>
                  <a:pt x="193" y="597"/>
                </a:lnTo>
                <a:cubicBezTo>
                  <a:pt x="215" y="609"/>
                  <a:pt x="239" y="620"/>
                  <a:pt x="264" y="626"/>
                </a:cubicBezTo>
                <a:lnTo>
                  <a:pt x="272" y="660"/>
                </a:lnTo>
                <a:lnTo>
                  <a:pt x="272" y="660"/>
                </a:lnTo>
                <a:cubicBezTo>
                  <a:pt x="275" y="671"/>
                  <a:pt x="283" y="682"/>
                  <a:pt x="295" y="682"/>
                </a:cubicBezTo>
                <a:lnTo>
                  <a:pt x="386" y="682"/>
                </a:lnTo>
                <a:lnTo>
                  <a:pt x="386" y="682"/>
                </a:lnTo>
                <a:cubicBezTo>
                  <a:pt x="398" y="682"/>
                  <a:pt x="405" y="671"/>
                  <a:pt x="409" y="660"/>
                </a:cubicBezTo>
                <a:lnTo>
                  <a:pt x="417" y="626"/>
                </a:lnTo>
                <a:lnTo>
                  <a:pt x="417" y="626"/>
                </a:lnTo>
                <a:cubicBezTo>
                  <a:pt x="442" y="620"/>
                  <a:pt x="466" y="609"/>
                  <a:pt x="488" y="597"/>
                </a:cubicBezTo>
                <a:lnTo>
                  <a:pt x="517" y="614"/>
                </a:lnTo>
                <a:lnTo>
                  <a:pt x="517" y="614"/>
                </a:lnTo>
                <a:cubicBezTo>
                  <a:pt x="523" y="617"/>
                  <a:pt x="530" y="620"/>
                  <a:pt x="536" y="620"/>
                </a:cubicBezTo>
                <a:lnTo>
                  <a:pt x="536" y="620"/>
                </a:lnTo>
                <a:cubicBezTo>
                  <a:pt x="541" y="620"/>
                  <a:pt x="546" y="619"/>
                  <a:pt x="549" y="614"/>
                </a:cubicBezTo>
                <a:lnTo>
                  <a:pt x="614" y="550"/>
                </a:lnTo>
                <a:lnTo>
                  <a:pt x="614" y="550"/>
                </a:lnTo>
                <a:cubicBezTo>
                  <a:pt x="623" y="541"/>
                  <a:pt x="620" y="528"/>
                  <a:pt x="614" y="518"/>
                </a:cubicBezTo>
                <a:lnTo>
                  <a:pt x="596" y="489"/>
                </a:lnTo>
                <a:lnTo>
                  <a:pt x="596" y="489"/>
                </a:lnTo>
                <a:cubicBezTo>
                  <a:pt x="609" y="467"/>
                  <a:pt x="619" y="443"/>
                  <a:pt x="626" y="417"/>
                </a:cubicBezTo>
                <a:lnTo>
                  <a:pt x="659" y="409"/>
                </a:lnTo>
                <a:lnTo>
                  <a:pt x="659" y="409"/>
                </a:lnTo>
                <a:cubicBezTo>
                  <a:pt x="670" y="406"/>
                  <a:pt x="681" y="399"/>
                  <a:pt x="681" y="387"/>
                </a:cubicBezTo>
                <a:lnTo>
                  <a:pt x="681" y="295"/>
                </a:lnTo>
                <a:lnTo>
                  <a:pt x="681" y="295"/>
                </a:lnTo>
                <a:cubicBezTo>
                  <a:pt x="681" y="283"/>
                  <a:pt x="670" y="276"/>
                  <a:pt x="659" y="273"/>
                </a:cubicBezTo>
                <a:close/>
                <a:moveTo>
                  <a:pt x="495" y="341"/>
                </a:moveTo>
                <a:lnTo>
                  <a:pt x="495" y="341"/>
                </a:lnTo>
                <a:cubicBezTo>
                  <a:pt x="495" y="421"/>
                  <a:pt x="434" y="488"/>
                  <a:pt x="356" y="495"/>
                </a:cubicBezTo>
                <a:lnTo>
                  <a:pt x="356" y="401"/>
                </a:lnTo>
                <a:lnTo>
                  <a:pt x="356" y="401"/>
                </a:lnTo>
                <a:cubicBezTo>
                  <a:pt x="383" y="394"/>
                  <a:pt x="402" y="370"/>
                  <a:pt x="402" y="341"/>
                </a:cubicBezTo>
                <a:lnTo>
                  <a:pt x="402" y="341"/>
                </a:lnTo>
                <a:cubicBezTo>
                  <a:pt x="402" y="336"/>
                  <a:pt x="401" y="330"/>
                  <a:pt x="400" y="326"/>
                </a:cubicBezTo>
                <a:lnTo>
                  <a:pt x="483" y="280"/>
                </a:lnTo>
                <a:lnTo>
                  <a:pt x="483" y="280"/>
                </a:lnTo>
                <a:cubicBezTo>
                  <a:pt x="491" y="299"/>
                  <a:pt x="495" y="319"/>
                  <a:pt x="495" y="341"/>
                </a:cubicBezTo>
                <a:close/>
                <a:moveTo>
                  <a:pt x="310" y="341"/>
                </a:moveTo>
                <a:lnTo>
                  <a:pt x="310" y="341"/>
                </a:lnTo>
                <a:cubicBezTo>
                  <a:pt x="310" y="324"/>
                  <a:pt x="323" y="310"/>
                  <a:pt x="341" y="310"/>
                </a:cubicBezTo>
                <a:lnTo>
                  <a:pt x="341" y="310"/>
                </a:lnTo>
                <a:cubicBezTo>
                  <a:pt x="358" y="310"/>
                  <a:pt x="371" y="324"/>
                  <a:pt x="371" y="341"/>
                </a:cubicBezTo>
                <a:lnTo>
                  <a:pt x="371" y="341"/>
                </a:lnTo>
                <a:cubicBezTo>
                  <a:pt x="371" y="358"/>
                  <a:pt x="358" y="372"/>
                  <a:pt x="341" y="372"/>
                </a:cubicBezTo>
                <a:lnTo>
                  <a:pt x="341" y="372"/>
                </a:lnTo>
                <a:cubicBezTo>
                  <a:pt x="323" y="372"/>
                  <a:pt x="310" y="358"/>
                  <a:pt x="310" y="341"/>
                </a:cubicBezTo>
                <a:close/>
                <a:moveTo>
                  <a:pt x="325" y="495"/>
                </a:moveTo>
                <a:lnTo>
                  <a:pt x="325" y="495"/>
                </a:lnTo>
                <a:cubicBezTo>
                  <a:pt x="247" y="488"/>
                  <a:pt x="185" y="421"/>
                  <a:pt x="185" y="341"/>
                </a:cubicBezTo>
                <a:lnTo>
                  <a:pt x="185" y="341"/>
                </a:lnTo>
                <a:cubicBezTo>
                  <a:pt x="185" y="319"/>
                  <a:pt x="190" y="299"/>
                  <a:pt x="198" y="280"/>
                </a:cubicBezTo>
                <a:lnTo>
                  <a:pt x="281" y="326"/>
                </a:lnTo>
                <a:lnTo>
                  <a:pt x="281" y="326"/>
                </a:lnTo>
                <a:cubicBezTo>
                  <a:pt x="280" y="330"/>
                  <a:pt x="278" y="336"/>
                  <a:pt x="278" y="341"/>
                </a:cubicBezTo>
                <a:lnTo>
                  <a:pt x="278" y="341"/>
                </a:lnTo>
                <a:cubicBezTo>
                  <a:pt x="278" y="370"/>
                  <a:pt x="299" y="394"/>
                  <a:pt x="325" y="401"/>
                </a:cubicBezTo>
                <a:lnTo>
                  <a:pt x="325" y="495"/>
                </a:lnTo>
                <a:close/>
                <a:moveTo>
                  <a:pt x="341" y="186"/>
                </a:moveTo>
                <a:lnTo>
                  <a:pt x="341" y="186"/>
                </a:lnTo>
                <a:cubicBezTo>
                  <a:pt x="393" y="186"/>
                  <a:pt x="440" y="212"/>
                  <a:pt x="468" y="253"/>
                </a:cubicBezTo>
                <a:lnTo>
                  <a:pt x="385" y="299"/>
                </a:lnTo>
                <a:lnTo>
                  <a:pt x="385" y="299"/>
                </a:lnTo>
                <a:cubicBezTo>
                  <a:pt x="374" y="287"/>
                  <a:pt x="358" y="279"/>
                  <a:pt x="341" y="279"/>
                </a:cubicBezTo>
                <a:lnTo>
                  <a:pt x="341" y="279"/>
                </a:lnTo>
                <a:cubicBezTo>
                  <a:pt x="323" y="279"/>
                  <a:pt x="307" y="287"/>
                  <a:pt x="295" y="299"/>
                </a:cubicBezTo>
                <a:lnTo>
                  <a:pt x="213" y="253"/>
                </a:lnTo>
                <a:lnTo>
                  <a:pt x="213" y="253"/>
                </a:lnTo>
                <a:cubicBezTo>
                  <a:pt x="241" y="212"/>
                  <a:pt x="288" y="186"/>
                  <a:pt x="341" y="186"/>
                </a:cubicBezTo>
                <a:close/>
                <a:moveTo>
                  <a:pt x="341" y="156"/>
                </a:moveTo>
                <a:lnTo>
                  <a:pt x="341" y="156"/>
                </a:lnTo>
                <a:cubicBezTo>
                  <a:pt x="238" y="156"/>
                  <a:pt x="155" y="239"/>
                  <a:pt x="155" y="341"/>
                </a:cubicBezTo>
                <a:lnTo>
                  <a:pt x="155" y="341"/>
                </a:lnTo>
                <a:cubicBezTo>
                  <a:pt x="155" y="444"/>
                  <a:pt x="238" y="527"/>
                  <a:pt x="341" y="527"/>
                </a:cubicBezTo>
                <a:lnTo>
                  <a:pt x="341" y="527"/>
                </a:lnTo>
                <a:cubicBezTo>
                  <a:pt x="443" y="527"/>
                  <a:pt x="527" y="444"/>
                  <a:pt x="527" y="341"/>
                </a:cubicBezTo>
                <a:lnTo>
                  <a:pt x="527" y="341"/>
                </a:lnTo>
                <a:cubicBezTo>
                  <a:pt x="527" y="239"/>
                  <a:pt x="443" y="156"/>
                  <a:pt x="341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2" name="Freeform 525">
            <a:extLst>
              <a:ext uri="{FF2B5EF4-FFF2-40B4-BE49-F238E27FC236}">
                <a16:creationId xmlns:a16="http://schemas.microsoft.com/office/drawing/2014/main" id="{6CE327C0-F387-B443-8457-9D92511FD43F}"/>
              </a:ext>
            </a:extLst>
          </p:cNvPr>
          <p:cNvSpPr>
            <a:spLocks noGrp="1"/>
          </p:cNvSpPr>
          <p:nvPr/>
        </p:nvSpPr>
        <p:spPr>
          <a:xfrm>
            <a:off x="8596443" y="10768974"/>
            <a:ext cx="851407" cy="851407"/>
          </a:xfrm>
          <a:custGeom>
            <a:avLst/>
            <a:gdLst>
              <a:gd name="T0" fmla="*/ 588 w 682"/>
              <a:gd name="T1" fmla="*/ 511 h 682"/>
              <a:gd name="T2" fmla="*/ 604 w 682"/>
              <a:gd name="T3" fmla="*/ 526 h 682"/>
              <a:gd name="T4" fmla="*/ 604 w 682"/>
              <a:gd name="T5" fmla="*/ 496 h 682"/>
              <a:gd name="T6" fmla="*/ 155 w 682"/>
              <a:gd name="T7" fmla="*/ 340 h 682"/>
              <a:gd name="T8" fmla="*/ 341 w 682"/>
              <a:gd name="T9" fmla="*/ 217 h 682"/>
              <a:gd name="T10" fmla="*/ 496 w 682"/>
              <a:gd name="T11" fmla="*/ 272 h 682"/>
              <a:gd name="T12" fmla="*/ 527 w 682"/>
              <a:gd name="T13" fmla="*/ 340 h 682"/>
              <a:gd name="T14" fmla="*/ 421 w 682"/>
              <a:gd name="T15" fmla="*/ 197 h 682"/>
              <a:gd name="T16" fmla="*/ 341 w 682"/>
              <a:gd name="T17" fmla="*/ 185 h 682"/>
              <a:gd name="T18" fmla="*/ 341 w 682"/>
              <a:gd name="T19" fmla="*/ 496 h 682"/>
              <a:gd name="T20" fmla="*/ 558 w 682"/>
              <a:gd name="T21" fmla="*/ 340 h 682"/>
              <a:gd name="T22" fmla="*/ 604 w 682"/>
              <a:gd name="T23" fmla="*/ 61 h 682"/>
              <a:gd name="T24" fmla="*/ 588 w 682"/>
              <a:gd name="T25" fmla="*/ 77 h 682"/>
              <a:gd name="T26" fmla="*/ 620 w 682"/>
              <a:gd name="T27" fmla="*/ 77 h 682"/>
              <a:gd name="T28" fmla="*/ 651 w 682"/>
              <a:gd name="T29" fmla="*/ 526 h 682"/>
              <a:gd name="T30" fmla="*/ 62 w 682"/>
              <a:gd name="T31" fmla="*/ 557 h 682"/>
              <a:gd name="T32" fmla="*/ 31 w 682"/>
              <a:gd name="T33" fmla="*/ 61 h 682"/>
              <a:gd name="T34" fmla="*/ 620 w 682"/>
              <a:gd name="T35" fmla="*/ 31 h 682"/>
              <a:gd name="T36" fmla="*/ 651 w 682"/>
              <a:gd name="T37" fmla="*/ 526 h 682"/>
              <a:gd name="T38" fmla="*/ 620 w 682"/>
              <a:gd name="T39" fmla="*/ 650 h 682"/>
              <a:gd name="T40" fmla="*/ 31 w 682"/>
              <a:gd name="T41" fmla="*/ 619 h 682"/>
              <a:gd name="T42" fmla="*/ 62 w 682"/>
              <a:gd name="T43" fmla="*/ 588 h 682"/>
              <a:gd name="T44" fmla="*/ 651 w 682"/>
              <a:gd name="T45" fmla="*/ 580 h 682"/>
              <a:gd name="T46" fmla="*/ 62 w 682"/>
              <a:gd name="T47" fmla="*/ 0 h 682"/>
              <a:gd name="T48" fmla="*/ 0 w 682"/>
              <a:gd name="T49" fmla="*/ 619 h 682"/>
              <a:gd name="T50" fmla="*/ 620 w 682"/>
              <a:gd name="T51" fmla="*/ 681 h 682"/>
              <a:gd name="T52" fmla="*/ 681 w 682"/>
              <a:gd name="T53" fmla="*/ 61 h 682"/>
              <a:gd name="T54" fmla="*/ 341 w 682"/>
              <a:gd name="T55" fmla="*/ 356 h 682"/>
              <a:gd name="T56" fmla="*/ 310 w 682"/>
              <a:gd name="T57" fmla="*/ 340 h 682"/>
              <a:gd name="T58" fmla="*/ 372 w 682"/>
              <a:gd name="T59" fmla="*/ 340 h 682"/>
              <a:gd name="T60" fmla="*/ 620 w 682"/>
              <a:gd name="T61" fmla="*/ 0 h 682"/>
              <a:gd name="T62" fmla="*/ 279 w 682"/>
              <a:gd name="T63" fmla="*/ 340 h 682"/>
              <a:gd name="T64" fmla="*/ 341 w 682"/>
              <a:gd name="T65" fmla="*/ 387 h 682"/>
              <a:gd name="T66" fmla="*/ 341 w 682"/>
              <a:gd name="T67" fmla="*/ 294 h 682"/>
              <a:gd name="T68" fmla="*/ 379 w 682"/>
              <a:gd name="T69" fmla="*/ 139 h 682"/>
              <a:gd name="T70" fmla="*/ 379 w 682"/>
              <a:gd name="T71" fmla="*/ 93 h 682"/>
              <a:gd name="T72" fmla="*/ 155 w 682"/>
              <a:gd name="T73" fmla="*/ 116 h 682"/>
              <a:gd name="T74" fmla="*/ 77 w 682"/>
              <a:gd name="T75" fmla="*/ 61 h 682"/>
              <a:gd name="T76" fmla="*/ 62 w 682"/>
              <a:gd name="T77" fmla="*/ 77 h 682"/>
              <a:gd name="T78" fmla="*/ 93 w 682"/>
              <a:gd name="T79" fmla="*/ 77 h 682"/>
              <a:gd name="T80" fmla="*/ 77 w 682"/>
              <a:gd name="T81" fmla="*/ 496 h 682"/>
              <a:gd name="T82" fmla="*/ 62 w 682"/>
              <a:gd name="T83" fmla="*/ 511 h 682"/>
              <a:gd name="T84" fmla="*/ 93 w 682"/>
              <a:gd name="T85" fmla="*/ 511 h 682"/>
            </a:gdLst>
            <a:ahLst/>
            <a:cxnLst/>
            <a:rect l="0" t="0" r="r" b="b"/>
            <a:pathLst>
              <a:path w="682" h="682">
                <a:moveTo>
                  <a:pt x="604" y="496"/>
                </a:moveTo>
                <a:lnTo>
                  <a:pt x="604" y="496"/>
                </a:lnTo>
                <a:cubicBezTo>
                  <a:pt x="596" y="496"/>
                  <a:pt x="588" y="502"/>
                  <a:pt x="588" y="511"/>
                </a:cubicBezTo>
                <a:lnTo>
                  <a:pt x="588" y="511"/>
                </a:lnTo>
                <a:cubicBezTo>
                  <a:pt x="588" y="519"/>
                  <a:pt x="596" y="526"/>
                  <a:pt x="604" y="526"/>
                </a:cubicBezTo>
                <a:lnTo>
                  <a:pt x="604" y="526"/>
                </a:lnTo>
                <a:cubicBezTo>
                  <a:pt x="613" y="526"/>
                  <a:pt x="620" y="519"/>
                  <a:pt x="620" y="511"/>
                </a:cubicBezTo>
                <a:lnTo>
                  <a:pt x="620" y="511"/>
                </a:lnTo>
                <a:cubicBezTo>
                  <a:pt x="620" y="502"/>
                  <a:pt x="613" y="496"/>
                  <a:pt x="604" y="496"/>
                </a:cubicBezTo>
                <a:close/>
                <a:moveTo>
                  <a:pt x="341" y="464"/>
                </a:moveTo>
                <a:lnTo>
                  <a:pt x="341" y="464"/>
                </a:lnTo>
                <a:cubicBezTo>
                  <a:pt x="238" y="464"/>
                  <a:pt x="155" y="409"/>
                  <a:pt x="155" y="340"/>
                </a:cubicBezTo>
                <a:lnTo>
                  <a:pt x="155" y="340"/>
                </a:lnTo>
                <a:cubicBezTo>
                  <a:pt x="155" y="272"/>
                  <a:pt x="238" y="217"/>
                  <a:pt x="341" y="217"/>
                </a:cubicBezTo>
                <a:lnTo>
                  <a:pt x="341" y="217"/>
                </a:lnTo>
                <a:cubicBezTo>
                  <a:pt x="376" y="217"/>
                  <a:pt x="408" y="223"/>
                  <a:pt x="436" y="234"/>
                </a:cubicBezTo>
                <a:lnTo>
                  <a:pt x="496" y="160"/>
                </a:lnTo>
                <a:lnTo>
                  <a:pt x="496" y="272"/>
                </a:lnTo>
                <a:lnTo>
                  <a:pt x="496" y="272"/>
                </a:lnTo>
                <a:cubicBezTo>
                  <a:pt x="515" y="292"/>
                  <a:pt x="527" y="315"/>
                  <a:pt x="527" y="340"/>
                </a:cubicBezTo>
                <a:lnTo>
                  <a:pt x="527" y="340"/>
                </a:lnTo>
                <a:cubicBezTo>
                  <a:pt x="527" y="409"/>
                  <a:pt x="444" y="464"/>
                  <a:pt x="341" y="464"/>
                </a:cubicBezTo>
                <a:close/>
                <a:moveTo>
                  <a:pt x="527" y="61"/>
                </a:moveTo>
                <a:lnTo>
                  <a:pt x="421" y="197"/>
                </a:lnTo>
                <a:lnTo>
                  <a:pt x="421" y="197"/>
                </a:lnTo>
                <a:cubicBezTo>
                  <a:pt x="397" y="190"/>
                  <a:pt x="369" y="185"/>
                  <a:pt x="341" y="185"/>
                </a:cubicBezTo>
                <a:lnTo>
                  <a:pt x="341" y="185"/>
                </a:lnTo>
                <a:cubicBezTo>
                  <a:pt x="221" y="185"/>
                  <a:pt x="124" y="255"/>
                  <a:pt x="124" y="340"/>
                </a:cubicBezTo>
                <a:lnTo>
                  <a:pt x="124" y="340"/>
                </a:lnTo>
                <a:cubicBezTo>
                  <a:pt x="124" y="426"/>
                  <a:pt x="221" y="496"/>
                  <a:pt x="341" y="496"/>
                </a:cubicBezTo>
                <a:lnTo>
                  <a:pt x="341" y="496"/>
                </a:lnTo>
                <a:cubicBezTo>
                  <a:pt x="461" y="496"/>
                  <a:pt x="558" y="426"/>
                  <a:pt x="558" y="340"/>
                </a:cubicBezTo>
                <a:lnTo>
                  <a:pt x="558" y="340"/>
                </a:lnTo>
                <a:cubicBezTo>
                  <a:pt x="558" y="311"/>
                  <a:pt x="546" y="284"/>
                  <a:pt x="527" y="261"/>
                </a:cubicBezTo>
                <a:lnTo>
                  <a:pt x="527" y="61"/>
                </a:lnTo>
                <a:close/>
                <a:moveTo>
                  <a:pt x="604" y="61"/>
                </a:moveTo>
                <a:lnTo>
                  <a:pt x="604" y="61"/>
                </a:lnTo>
                <a:cubicBezTo>
                  <a:pt x="596" y="61"/>
                  <a:pt x="588" y="69"/>
                  <a:pt x="588" y="77"/>
                </a:cubicBezTo>
                <a:lnTo>
                  <a:pt x="588" y="77"/>
                </a:lnTo>
                <a:cubicBezTo>
                  <a:pt x="588" y="86"/>
                  <a:pt x="596" y="93"/>
                  <a:pt x="604" y="93"/>
                </a:cubicBezTo>
                <a:lnTo>
                  <a:pt x="604" y="93"/>
                </a:lnTo>
                <a:cubicBezTo>
                  <a:pt x="613" y="93"/>
                  <a:pt x="620" y="86"/>
                  <a:pt x="620" y="77"/>
                </a:cubicBezTo>
                <a:lnTo>
                  <a:pt x="620" y="77"/>
                </a:lnTo>
                <a:cubicBezTo>
                  <a:pt x="620" y="69"/>
                  <a:pt x="613" y="61"/>
                  <a:pt x="604" y="61"/>
                </a:cubicBezTo>
                <a:close/>
                <a:moveTo>
                  <a:pt x="651" y="526"/>
                </a:moveTo>
                <a:lnTo>
                  <a:pt x="651" y="526"/>
                </a:lnTo>
                <a:cubicBezTo>
                  <a:pt x="651" y="543"/>
                  <a:pt x="637" y="557"/>
                  <a:pt x="620" y="557"/>
                </a:cubicBezTo>
                <a:lnTo>
                  <a:pt x="62" y="557"/>
                </a:lnTo>
                <a:lnTo>
                  <a:pt x="62" y="557"/>
                </a:lnTo>
                <a:cubicBezTo>
                  <a:pt x="45" y="557"/>
                  <a:pt x="31" y="543"/>
                  <a:pt x="31" y="526"/>
                </a:cubicBezTo>
                <a:lnTo>
                  <a:pt x="31" y="61"/>
                </a:lnTo>
                <a:lnTo>
                  <a:pt x="31" y="61"/>
                </a:lnTo>
                <a:cubicBezTo>
                  <a:pt x="31" y="45"/>
                  <a:pt x="45" y="31"/>
                  <a:pt x="62" y="31"/>
                </a:cubicBezTo>
                <a:lnTo>
                  <a:pt x="620" y="31"/>
                </a:lnTo>
                <a:lnTo>
                  <a:pt x="620" y="31"/>
                </a:lnTo>
                <a:cubicBezTo>
                  <a:pt x="637" y="31"/>
                  <a:pt x="651" y="45"/>
                  <a:pt x="651" y="61"/>
                </a:cubicBezTo>
                <a:lnTo>
                  <a:pt x="651" y="526"/>
                </a:lnTo>
                <a:close/>
                <a:moveTo>
                  <a:pt x="651" y="619"/>
                </a:moveTo>
                <a:lnTo>
                  <a:pt x="651" y="619"/>
                </a:lnTo>
                <a:cubicBezTo>
                  <a:pt x="651" y="636"/>
                  <a:pt x="637" y="650"/>
                  <a:pt x="620" y="650"/>
                </a:cubicBezTo>
                <a:lnTo>
                  <a:pt x="62" y="650"/>
                </a:lnTo>
                <a:lnTo>
                  <a:pt x="62" y="650"/>
                </a:lnTo>
                <a:cubicBezTo>
                  <a:pt x="45" y="650"/>
                  <a:pt x="31" y="636"/>
                  <a:pt x="31" y="619"/>
                </a:cubicBezTo>
                <a:lnTo>
                  <a:pt x="31" y="580"/>
                </a:lnTo>
                <a:lnTo>
                  <a:pt x="31" y="580"/>
                </a:lnTo>
                <a:cubicBezTo>
                  <a:pt x="40" y="585"/>
                  <a:pt x="51" y="588"/>
                  <a:pt x="62" y="588"/>
                </a:cubicBezTo>
                <a:lnTo>
                  <a:pt x="620" y="588"/>
                </a:lnTo>
                <a:lnTo>
                  <a:pt x="620" y="588"/>
                </a:lnTo>
                <a:cubicBezTo>
                  <a:pt x="631" y="588"/>
                  <a:pt x="642" y="585"/>
                  <a:pt x="651" y="580"/>
                </a:cubicBezTo>
                <a:lnTo>
                  <a:pt x="651" y="619"/>
                </a:lnTo>
                <a:close/>
                <a:moveTo>
                  <a:pt x="620" y="0"/>
                </a:moveTo>
                <a:lnTo>
                  <a:pt x="62" y="0"/>
                </a:lnTo>
                <a:lnTo>
                  <a:pt x="62" y="0"/>
                </a:lnTo>
                <a:cubicBezTo>
                  <a:pt x="28" y="0"/>
                  <a:pt x="0" y="28"/>
                  <a:pt x="0" y="61"/>
                </a:cubicBezTo>
                <a:lnTo>
                  <a:pt x="0" y="619"/>
                </a:lnTo>
                <a:lnTo>
                  <a:pt x="0" y="619"/>
                </a:lnTo>
                <a:cubicBezTo>
                  <a:pt x="0" y="653"/>
                  <a:pt x="28" y="681"/>
                  <a:pt x="62" y="681"/>
                </a:cubicBezTo>
                <a:lnTo>
                  <a:pt x="620" y="681"/>
                </a:lnTo>
                <a:lnTo>
                  <a:pt x="620" y="681"/>
                </a:lnTo>
                <a:cubicBezTo>
                  <a:pt x="654" y="681"/>
                  <a:pt x="681" y="653"/>
                  <a:pt x="681" y="619"/>
                </a:cubicBezTo>
                <a:lnTo>
                  <a:pt x="681" y="61"/>
                </a:lnTo>
                <a:lnTo>
                  <a:pt x="681" y="61"/>
                </a:lnTo>
                <a:cubicBezTo>
                  <a:pt x="681" y="28"/>
                  <a:pt x="654" y="0"/>
                  <a:pt x="620" y="0"/>
                </a:cubicBezTo>
                <a:lnTo>
                  <a:pt x="341" y="356"/>
                </a:lnTo>
                <a:lnTo>
                  <a:pt x="341" y="356"/>
                </a:lnTo>
                <a:cubicBezTo>
                  <a:pt x="324" y="356"/>
                  <a:pt x="310" y="349"/>
                  <a:pt x="310" y="340"/>
                </a:cubicBezTo>
                <a:lnTo>
                  <a:pt x="310" y="340"/>
                </a:lnTo>
                <a:cubicBezTo>
                  <a:pt x="310" y="332"/>
                  <a:pt x="324" y="325"/>
                  <a:pt x="341" y="325"/>
                </a:cubicBezTo>
                <a:lnTo>
                  <a:pt x="341" y="325"/>
                </a:lnTo>
                <a:cubicBezTo>
                  <a:pt x="358" y="325"/>
                  <a:pt x="372" y="332"/>
                  <a:pt x="372" y="340"/>
                </a:cubicBezTo>
                <a:lnTo>
                  <a:pt x="372" y="340"/>
                </a:lnTo>
                <a:cubicBezTo>
                  <a:pt x="372" y="349"/>
                  <a:pt x="358" y="356"/>
                  <a:pt x="341" y="356"/>
                </a:cubicBezTo>
                <a:lnTo>
                  <a:pt x="620" y="0"/>
                </a:lnTo>
                <a:close/>
                <a:moveTo>
                  <a:pt x="341" y="294"/>
                </a:moveTo>
                <a:lnTo>
                  <a:pt x="341" y="294"/>
                </a:lnTo>
                <a:cubicBezTo>
                  <a:pt x="306" y="294"/>
                  <a:pt x="279" y="315"/>
                  <a:pt x="279" y="340"/>
                </a:cubicBezTo>
                <a:lnTo>
                  <a:pt x="279" y="340"/>
                </a:lnTo>
                <a:cubicBezTo>
                  <a:pt x="279" y="366"/>
                  <a:pt x="306" y="387"/>
                  <a:pt x="341" y="387"/>
                </a:cubicBezTo>
                <a:lnTo>
                  <a:pt x="341" y="387"/>
                </a:lnTo>
                <a:cubicBezTo>
                  <a:pt x="375" y="387"/>
                  <a:pt x="403" y="366"/>
                  <a:pt x="403" y="340"/>
                </a:cubicBezTo>
                <a:lnTo>
                  <a:pt x="403" y="340"/>
                </a:lnTo>
                <a:cubicBezTo>
                  <a:pt x="403" y="315"/>
                  <a:pt x="375" y="294"/>
                  <a:pt x="341" y="294"/>
                </a:cubicBezTo>
                <a:close/>
                <a:moveTo>
                  <a:pt x="178" y="139"/>
                </a:moveTo>
                <a:lnTo>
                  <a:pt x="379" y="139"/>
                </a:lnTo>
                <a:lnTo>
                  <a:pt x="379" y="139"/>
                </a:lnTo>
                <a:cubicBezTo>
                  <a:pt x="392" y="139"/>
                  <a:pt x="403" y="129"/>
                  <a:pt x="403" y="116"/>
                </a:cubicBezTo>
                <a:lnTo>
                  <a:pt x="403" y="116"/>
                </a:lnTo>
                <a:cubicBezTo>
                  <a:pt x="403" y="103"/>
                  <a:pt x="392" y="93"/>
                  <a:pt x="379" y="93"/>
                </a:cubicBezTo>
                <a:lnTo>
                  <a:pt x="178" y="93"/>
                </a:lnTo>
                <a:lnTo>
                  <a:pt x="178" y="93"/>
                </a:lnTo>
                <a:cubicBezTo>
                  <a:pt x="165" y="93"/>
                  <a:pt x="155" y="103"/>
                  <a:pt x="155" y="116"/>
                </a:cubicBezTo>
                <a:lnTo>
                  <a:pt x="155" y="116"/>
                </a:lnTo>
                <a:cubicBezTo>
                  <a:pt x="155" y="129"/>
                  <a:pt x="165" y="139"/>
                  <a:pt x="178" y="139"/>
                </a:cubicBezTo>
                <a:close/>
                <a:moveTo>
                  <a:pt x="77" y="61"/>
                </a:moveTo>
                <a:lnTo>
                  <a:pt x="77" y="61"/>
                </a:lnTo>
                <a:cubicBezTo>
                  <a:pt x="69" y="61"/>
                  <a:pt x="62" y="69"/>
                  <a:pt x="62" y="77"/>
                </a:cubicBezTo>
                <a:lnTo>
                  <a:pt x="62" y="77"/>
                </a:lnTo>
                <a:cubicBezTo>
                  <a:pt x="62" y="86"/>
                  <a:pt x="69" y="93"/>
                  <a:pt x="77" y="93"/>
                </a:cubicBezTo>
                <a:lnTo>
                  <a:pt x="77" y="93"/>
                </a:lnTo>
                <a:cubicBezTo>
                  <a:pt x="86" y="93"/>
                  <a:pt x="93" y="86"/>
                  <a:pt x="93" y="77"/>
                </a:cubicBezTo>
                <a:lnTo>
                  <a:pt x="93" y="77"/>
                </a:lnTo>
                <a:cubicBezTo>
                  <a:pt x="93" y="69"/>
                  <a:pt x="86" y="61"/>
                  <a:pt x="77" y="61"/>
                </a:cubicBezTo>
                <a:close/>
                <a:moveTo>
                  <a:pt x="77" y="496"/>
                </a:moveTo>
                <a:lnTo>
                  <a:pt x="77" y="496"/>
                </a:lnTo>
                <a:cubicBezTo>
                  <a:pt x="69" y="496"/>
                  <a:pt x="62" y="502"/>
                  <a:pt x="62" y="511"/>
                </a:cubicBezTo>
                <a:lnTo>
                  <a:pt x="62" y="511"/>
                </a:lnTo>
                <a:cubicBezTo>
                  <a:pt x="62" y="519"/>
                  <a:pt x="69" y="526"/>
                  <a:pt x="77" y="526"/>
                </a:cubicBezTo>
                <a:lnTo>
                  <a:pt x="77" y="526"/>
                </a:lnTo>
                <a:cubicBezTo>
                  <a:pt x="86" y="526"/>
                  <a:pt x="93" y="519"/>
                  <a:pt x="93" y="511"/>
                </a:cubicBezTo>
                <a:lnTo>
                  <a:pt x="93" y="511"/>
                </a:lnTo>
                <a:cubicBezTo>
                  <a:pt x="93" y="502"/>
                  <a:pt x="86" y="496"/>
                  <a:pt x="77" y="4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3" name="Freeform 526">
            <a:extLst>
              <a:ext uri="{FF2B5EF4-FFF2-40B4-BE49-F238E27FC236}">
                <a16:creationId xmlns:a16="http://schemas.microsoft.com/office/drawing/2014/main" id="{FF2A1F60-3F03-D642-9E8C-05526CA78C33}"/>
              </a:ext>
            </a:extLst>
          </p:cNvPr>
          <p:cNvSpPr>
            <a:spLocks noGrp="1"/>
          </p:cNvSpPr>
          <p:nvPr/>
        </p:nvSpPr>
        <p:spPr>
          <a:xfrm>
            <a:off x="14929797" y="10768974"/>
            <a:ext cx="851403" cy="851407"/>
          </a:xfrm>
          <a:custGeom>
            <a:avLst/>
            <a:gdLst>
              <a:gd name="T0" fmla="*/ 32 w 683"/>
              <a:gd name="T1" fmla="*/ 247 h 682"/>
              <a:gd name="T2" fmla="*/ 32 w 683"/>
              <a:gd name="T3" fmla="*/ 185 h 682"/>
              <a:gd name="T4" fmla="*/ 496 w 683"/>
              <a:gd name="T5" fmla="*/ 154 h 682"/>
              <a:gd name="T6" fmla="*/ 527 w 683"/>
              <a:gd name="T7" fmla="*/ 185 h 682"/>
              <a:gd name="T8" fmla="*/ 527 w 683"/>
              <a:gd name="T9" fmla="*/ 619 h 682"/>
              <a:gd name="T10" fmla="*/ 496 w 683"/>
              <a:gd name="T11" fmla="*/ 650 h 682"/>
              <a:gd name="T12" fmla="*/ 63 w 683"/>
              <a:gd name="T13" fmla="*/ 650 h 682"/>
              <a:gd name="T14" fmla="*/ 32 w 683"/>
              <a:gd name="T15" fmla="*/ 278 h 682"/>
              <a:gd name="T16" fmla="*/ 527 w 683"/>
              <a:gd name="T17" fmla="*/ 619 h 682"/>
              <a:gd name="T18" fmla="*/ 63 w 683"/>
              <a:gd name="T19" fmla="*/ 124 h 682"/>
              <a:gd name="T20" fmla="*/ 0 w 683"/>
              <a:gd name="T21" fmla="*/ 185 h 682"/>
              <a:gd name="T22" fmla="*/ 0 w 683"/>
              <a:gd name="T23" fmla="*/ 619 h 682"/>
              <a:gd name="T24" fmla="*/ 496 w 683"/>
              <a:gd name="T25" fmla="*/ 681 h 682"/>
              <a:gd name="T26" fmla="*/ 558 w 683"/>
              <a:gd name="T27" fmla="*/ 619 h 682"/>
              <a:gd name="T28" fmla="*/ 558 w 683"/>
              <a:gd name="T29" fmla="*/ 185 h 682"/>
              <a:gd name="T30" fmla="*/ 202 w 683"/>
              <a:gd name="T31" fmla="*/ 185 h 682"/>
              <a:gd name="T32" fmla="*/ 186 w 683"/>
              <a:gd name="T33" fmla="*/ 201 h 682"/>
              <a:gd name="T34" fmla="*/ 202 w 683"/>
              <a:gd name="T35" fmla="*/ 217 h 682"/>
              <a:gd name="T36" fmla="*/ 217 w 683"/>
              <a:gd name="T37" fmla="*/ 201 h 682"/>
              <a:gd name="T38" fmla="*/ 202 w 683"/>
              <a:gd name="T39" fmla="*/ 185 h 682"/>
              <a:gd name="T40" fmla="*/ 186 w 683"/>
              <a:gd name="T41" fmla="*/ 0 h 682"/>
              <a:gd name="T42" fmla="*/ 124 w 683"/>
              <a:gd name="T43" fmla="*/ 61 h 682"/>
              <a:gd name="T44" fmla="*/ 124 w 683"/>
              <a:gd name="T45" fmla="*/ 77 h 682"/>
              <a:gd name="T46" fmla="*/ 140 w 683"/>
              <a:gd name="T47" fmla="*/ 93 h 682"/>
              <a:gd name="T48" fmla="*/ 156 w 683"/>
              <a:gd name="T49" fmla="*/ 61 h 682"/>
              <a:gd name="T50" fmla="*/ 186 w 683"/>
              <a:gd name="T51" fmla="*/ 31 h 682"/>
              <a:gd name="T52" fmla="*/ 621 w 683"/>
              <a:gd name="T53" fmla="*/ 31 h 682"/>
              <a:gd name="T54" fmla="*/ 651 w 683"/>
              <a:gd name="T55" fmla="*/ 496 h 682"/>
              <a:gd name="T56" fmla="*/ 621 w 683"/>
              <a:gd name="T57" fmla="*/ 526 h 682"/>
              <a:gd name="T58" fmla="*/ 605 w 683"/>
              <a:gd name="T59" fmla="*/ 526 h 682"/>
              <a:gd name="T60" fmla="*/ 589 w 683"/>
              <a:gd name="T61" fmla="*/ 542 h 682"/>
              <a:gd name="T62" fmla="*/ 621 w 683"/>
              <a:gd name="T63" fmla="*/ 557 h 682"/>
              <a:gd name="T64" fmla="*/ 682 w 683"/>
              <a:gd name="T65" fmla="*/ 496 h 682"/>
              <a:gd name="T66" fmla="*/ 682 w 683"/>
              <a:gd name="T67" fmla="*/ 61 h 682"/>
              <a:gd name="T68" fmla="*/ 481 w 683"/>
              <a:gd name="T69" fmla="*/ 185 h 682"/>
              <a:gd name="T70" fmla="*/ 264 w 683"/>
              <a:gd name="T71" fmla="*/ 185 h 682"/>
              <a:gd name="T72" fmla="*/ 249 w 683"/>
              <a:gd name="T73" fmla="*/ 201 h 682"/>
              <a:gd name="T74" fmla="*/ 481 w 683"/>
              <a:gd name="T75" fmla="*/ 217 h 682"/>
              <a:gd name="T76" fmla="*/ 496 w 683"/>
              <a:gd name="T77" fmla="*/ 201 h 682"/>
              <a:gd name="T78" fmla="*/ 481 w 683"/>
              <a:gd name="T79" fmla="*/ 185 h 682"/>
              <a:gd name="T80" fmla="*/ 78 w 683"/>
              <a:gd name="T81" fmla="*/ 185 h 682"/>
              <a:gd name="T82" fmla="*/ 63 w 683"/>
              <a:gd name="T83" fmla="*/ 201 h 682"/>
              <a:gd name="T84" fmla="*/ 78 w 683"/>
              <a:gd name="T85" fmla="*/ 217 h 682"/>
              <a:gd name="T86" fmla="*/ 93 w 683"/>
              <a:gd name="T87" fmla="*/ 201 h 682"/>
              <a:gd name="T88" fmla="*/ 140 w 683"/>
              <a:gd name="T89" fmla="*/ 185 h 682"/>
              <a:gd name="T90" fmla="*/ 124 w 683"/>
              <a:gd name="T91" fmla="*/ 201 h 682"/>
              <a:gd name="T92" fmla="*/ 140 w 683"/>
              <a:gd name="T93" fmla="*/ 217 h 682"/>
              <a:gd name="T94" fmla="*/ 156 w 683"/>
              <a:gd name="T95" fmla="*/ 201 h 682"/>
              <a:gd name="T96" fmla="*/ 140 w 683"/>
              <a:gd name="T97" fmla="*/ 185 h 682"/>
            </a:gdLst>
            <a:ahLst/>
            <a:cxnLst/>
            <a:rect l="0" t="0" r="r" b="b"/>
            <a:pathLst>
              <a:path w="683" h="682">
                <a:moveTo>
                  <a:pt x="527" y="247"/>
                </a:moveTo>
                <a:lnTo>
                  <a:pt x="32" y="247"/>
                </a:lnTo>
                <a:lnTo>
                  <a:pt x="32" y="185"/>
                </a:lnTo>
                <a:lnTo>
                  <a:pt x="32" y="185"/>
                </a:lnTo>
                <a:cubicBezTo>
                  <a:pt x="32" y="168"/>
                  <a:pt x="46" y="154"/>
                  <a:pt x="63" y="154"/>
                </a:cubicBezTo>
                <a:lnTo>
                  <a:pt x="496" y="154"/>
                </a:lnTo>
                <a:lnTo>
                  <a:pt x="496" y="154"/>
                </a:lnTo>
                <a:cubicBezTo>
                  <a:pt x="513" y="154"/>
                  <a:pt x="527" y="168"/>
                  <a:pt x="527" y="185"/>
                </a:cubicBezTo>
                <a:lnTo>
                  <a:pt x="527" y="247"/>
                </a:lnTo>
                <a:close/>
                <a:moveTo>
                  <a:pt x="527" y="619"/>
                </a:moveTo>
                <a:lnTo>
                  <a:pt x="527" y="619"/>
                </a:lnTo>
                <a:cubicBezTo>
                  <a:pt x="527" y="636"/>
                  <a:pt x="513" y="650"/>
                  <a:pt x="496" y="650"/>
                </a:cubicBezTo>
                <a:lnTo>
                  <a:pt x="63" y="650"/>
                </a:lnTo>
                <a:lnTo>
                  <a:pt x="63" y="650"/>
                </a:lnTo>
                <a:cubicBezTo>
                  <a:pt x="46" y="650"/>
                  <a:pt x="32" y="636"/>
                  <a:pt x="32" y="619"/>
                </a:cubicBezTo>
                <a:lnTo>
                  <a:pt x="32" y="278"/>
                </a:lnTo>
                <a:lnTo>
                  <a:pt x="527" y="278"/>
                </a:lnTo>
                <a:lnTo>
                  <a:pt x="527" y="619"/>
                </a:lnTo>
                <a:close/>
                <a:moveTo>
                  <a:pt x="496" y="124"/>
                </a:moveTo>
                <a:lnTo>
                  <a:pt x="63" y="124"/>
                </a:lnTo>
                <a:lnTo>
                  <a:pt x="63" y="124"/>
                </a:lnTo>
                <a:cubicBezTo>
                  <a:pt x="28" y="124"/>
                  <a:pt x="0" y="151"/>
                  <a:pt x="0" y="185"/>
                </a:cubicBezTo>
                <a:lnTo>
                  <a:pt x="0" y="619"/>
                </a:lnTo>
                <a:lnTo>
                  <a:pt x="0" y="619"/>
                </a:lnTo>
                <a:cubicBezTo>
                  <a:pt x="0" y="653"/>
                  <a:pt x="28" y="681"/>
                  <a:pt x="63" y="681"/>
                </a:cubicBezTo>
                <a:lnTo>
                  <a:pt x="496" y="681"/>
                </a:lnTo>
                <a:lnTo>
                  <a:pt x="496" y="681"/>
                </a:lnTo>
                <a:cubicBezTo>
                  <a:pt x="531" y="681"/>
                  <a:pt x="558" y="653"/>
                  <a:pt x="558" y="619"/>
                </a:cubicBezTo>
                <a:lnTo>
                  <a:pt x="558" y="185"/>
                </a:lnTo>
                <a:lnTo>
                  <a:pt x="558" y="185"/>
                </a:lnTo>
                <a:cubicBezTo>
                  <a:pt x="558" y="151"/>
                  <a:pt x="531" y="124"/>
                  <a:pt x="496" y="124"/>
                </a:cubicBezTo>
                <a:close/>
                <a:moveTo>
                  <a:pt x="202" y="185"/>
                </a:moveTo>
                <a:lnTo>
                  <a:pt x="202" y="185"/>
                </a:lnTo>
                <a:cubicBezTo>
                  <a:pt x="194" y="185"/>
                  <a:pt x="186" y="193"/>
                  <a:pt x="186" y="201"/>
                </a:cubicBezTo>
                <a:lnTo>
                  <a:pt x="186" y="201"/>
                </a:lnTo>
                <a:cubicBezTo>
                  <a:pt x="186" y="209"/>
                  <a:pt x="194" y="217"/>
                  <a:pt x="202" y="217"/>
                </a:cubicBezTo>
                <a:lnTo>
                  <a:pt x="202" y="217"/>
                </a:lnTo>
                <a:cubicBezTo>
                  <a:pt x="211" y="217"/>
                  <a:pt x="217" y="209"/>
                  <a:pt x="217" y="201"/>
                </a:cubicBezTo>
                <a:lnTo>
                  <a:pt x="217" y="201"/>
                </a:lnTo>
                <a:cubicBezTo>
                  <a:pt x="217" y="193"/>
                  <a:pt x="211" y="185"/>
                  <a:pt x="202" y="185"/>
                </a:cubicBezTo>
                <a:close/>
                <a:moveTo>
                  <a:pt x="621" y="0"/>
                </a:moveTo>
                <a:lnTo>
                  <a:pt x="186" y="0"/>
                </a:lnTo>
                <a:lnTo>
                  <a:pt x="186" y="0"/>
                </a:lnTo>
                <a:cubicBezTo>
                  <a:pt x="152" y="0"/>
                  <a:pt x="124" y="28"/>
                  <a:pt x="124" y="61"/>
                </a:cubicBezTo>
                <a:lnTo>
                  <a:pt x="124" y="77"/>
                </a:lnTo>
                <a:lnTo>
                  <a:pt x="124" y="77"/>
                </a:lnTo>
                <a:cubicBezTo>
                  <a:pt x="124" y="86"/>
                  <a:pt x="131" y="93"/>
                  <a:pt x="140" y="93"/>
                </a:cubicBezTo>
                <a:lnTo>
                  <a:pt x="140" y="93"/>
                </a:lnTo>
                <a:cubicBezTo>
                  <a:pt x="148" y="93"/>
                  <a:pt x="156" y="86"/>
                  <a:pt x="156" y="77"/>
                </a:cubicBezTo>
                <a:lnTo>
                  <a:pt x="156" y="61"/>
                </a:lnTo>
                <a:lnTo>
                  <a:pt x="156" y="61"/>
                </a:lnTo>
                <a:cubicBezTo>
                  <a:pt x="156" y="45"/>
                  <a:pt x="169" y="31"/>
                  <a:pt x="186" y="31"/>
                </a:cubicBezTo>
                <a:lnTo>
                  <a:pt x="621" y="31"/>
                </a:lnTo>
                <a:lnTo>
                  <a:pt x="621" y="31"/>
                </a:lnTo>
                <a:cubicBezTo>
                  <a:pt x="638" y="31"/>
                  <a:pt x="651" y="45"/>
                  <a:pt x="651" y="61"/>
                </a:cubicBezTo>
                <a:lnTo>
                  <a:pt x="651" y="496"/>
                </a:lnTo>
                <a:lnTo>
                  <a:pt x="651" y="496"/>
                </a:lnTo>
                <a:cubicBezTo>
                  <a:pt x="651" y="513"/>
                  <a:pt x="638" y="526"/>
                  <a:pt x="621" y="526"/>
                </a:cubicBezTo>
                <a:lnTo>
                  <a:pt x="605" y="526"/>
                </a:lnTo>
                <a:lnTo>
                  <a:pt x="605" y="526"/>
                </a:lnTo>
                <a:cubicBezTo>
                  <a:pt x="596" y="526"/>
                  <a:pt x="589" y="534"/>
                  <a:pt x="589" y="542"/>
                </a:cubicBezTo>
                <a:lnTo>
                  <a:pt x="589" y="542"/>
                </a:lnTo>
                <a:cubicBezTo>
                  <a:pt x="589" y="551"/>
                  <a:pt x="596" y="557"/>
                  <a:pt x="605" y="557"/>
                </a:cubicBezTo>
                <a:lnTo>
                  <a:pt x="621" y="557"/>
                </a:lnTo>
                <a:lnTo>
                  <a:pt x="621" y="557"/>
                </a:lnTo>
                <a:cubicBezTo>
                  <a:pt x="655" y="557"/>
                  <a:pt x="682" y="530"/>
                  <a:pt x="682" y="496"/>
                </a:cubicBezTo>
                <a:lnTo>
                  <a:pt x="682" y="61"/>
                </a:lnTo>
                <a:lnTo>
                  <a:pt x="682" y="61"/>
                </a:lnTo>
                <a:cubicBezTo>
                  <a:pt x="682" y="28"/>
                  <a:pt x="655" y="0"/>
                  <a:pt x="621" y="0"/>
                </a:cubicBezTo>
                <a:close/>
                <a:moveTo>
                  <a:pt x="481" y="185"/>
                </a:moveTo>
                <a:lnTo>
                  <a:pt x="264" y="185"/>
                </a:lnTo>
                <a:lnTo>
                  <a:pt x="264" y="185"/>
                </a:lnTo>
                <a:cubicBezTo>
                  <a:pt x="255" y="185"/>
                  <a:pt x="249" y="193"/>
                  <a:pt x="249" y="201"/>
                </a:cubicBezTo>
                <a:lnTo>
                  <a:pt x="249" y="201"/>
                </a:lnTo>
                <a:cubicBezTo>
                  <a:pt x="249" y="209"/>
                  <a:pt x="255" y="217"/>
                  <a:pt x="264" y="217"/>
                </a:cubicBezTo>
                <a:lnTo>
                  <a:pt x="481" y="217"/>
                </a:lnTo>
                <a:lnTo>
                  <a:pt x="481" y="217"/>
                </a:lnTo>
                <a:cubicBezTo>
                  <a:pt x="490" y="217"/>
                  <a:pt x="496" y="209"/>
                  <a:pt x="496" y="201"/>
                </a:cubicBezTo>
                <a:lnTo>
                  <a:pt x="496" y="201"/>
                </a:lnTo>
                <a:cubicBezTo>
                  <a:pt x="496" y="193"/>
                  <a:pt x="490" y="185"/>
                  <a:pt x="481" y="185"/>
                </a:cubicBezTo>
                <a:close/>
                <a:moveTo>
                  <a:pt x="78" y="185"/>
                </a:moveTo>
                <a:lnTo>
                  <a:pt x="78" y="185"/>
                </a:lnTo>
                <a:cubicBezTo>
                  <a:pt x="70" y="185"/>
                  <a:pt x="63" y="193"/>
                  <a:pt x="63" y="201"/>
                </a:cubicBezTo>
                <a:lnTo>
                  <a:pt x="63" y="201"/>
                </a:lnTo>
                <a:cubicBezTo>
                  <a:pt x="63" y="209"/>
                  <a:pt x="70" y="217"/>
                  <a:pt x="78" y="217"/>
                </a:cubicBezTo>
                <a:lnTo>
                  <a:pt x="78" y="217"/>
                </a:lnTo>
                <a:cubicBezTo>
                  <a:pt x="87" y="217"/>
                  <a:pt x="93" y="209"/>
                  <a:pt x="93" y="201"/>
                </a:cubicBezTo>
                <a:lnTo>
                  <a:pt x="93" y="201"/>
                </a:lnTo>
                <a:cubicBezTo>
                  <a:pt x="93" y="193"/>
                  <a:pt x="87" y="185"/>
                  <a:pt x="78" y="185"/>
                </a:cubicBezTo>
                <a:close/>
                <a:moveTo>
                  <a:pt x="140" y="185"/>
                </a:moveTo>
                <a:lnTo>
                  <a:pt x="140" y="185"/>
                </a:lnTo>
                <a:cubicBezTo>
                  <a:pt x="131" y="185"/>
                  <a:pt x="124" y="193"/>
                  <a:pt x="124" y="201"/>
                </a:cubicBezTo>
                <a:lnTo>
                  <a:pt x="124" y="201"/>
                </a:lnTo>
                <a:cubicBezTo>
                  <a:pt x="124" y="209"/>
                  <a:pt x="131" y="217"/>
                  <a:pt x="140" y="217"/>
                </a:cubicBezTo>
                <a:lnTo>
                  <a:pt x="140" y="217"/>
                </a:lnTo>
                <a:cubicBezTo>
                  <a:pt x="148" y="217"/>
                  <a:pt x="156" y="209"/>
                  <a:pt x="156" y="201"/>
                </a:cubicBezTo>
                <a:lnTo>
                  <a:pt x="156" y="201"/>
                </a:lnTo>
                <a:cubicBezTo>
                  <a:pt x="156" y="193"/>
                  <a:pt x="148" y="185"/>
                  <a:pt x="140" y="18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4" name="Freeform 527">
            <a:extLst>
              <a:ext uri="{FF2B5EF4-FFF2-40B4-BE49-F238E27FC236}">
                <a16:creationId xmlns:a16="http://schemas.microsoft.com/office/drawing/2014/main" id="{F1262BB3-A954-9F4E-9913-B200F4B609BF}"/>
              </a:ext>
            </a:extLst>
          </p:cNvPr>
          <p:cNvSpPr>
            <a:spLocks noGrp="1"/>
          </p:cNvSpPr>
          <p:nvPr/>
        </p:nvSpPr>
        <p:spPr>
          <a:xfrm>
            <a:off x="16171201" y="7736870"/>
            <a:ext cx="851403" cy="774506"/>
          </a:xfrm>
          <a:custGeom>
            <a:avLst/>
            <a:gdLst>
              <a:gd name="T0" fmla="*/ 31 w 683"/>
              <a:gd name="T1" fmla="*/ 589 h 621"/>
              <a:gd name="T2" fmla="*/ 217 w 683"/>
              <a:gd name="T3" fmla="*/ 403 h 621"/>
              <a:gd name="T4" fmla="*/ 341 w 683"/>
              <a:gd name="T5" fmla="*/ 512 h 621"/>
              <a:gd name="T6" fmla="*/ 463 w 683"/>
              <a:gd name="T7" fmla="*/ 403 h 621"/>
              <a:gd name="T8" fmla="*/ 651 w 683"/>
              <a:gd name="T9" fmla="*/ 589 h 621"/>
              <a:gd name="T10" fmla="*/ 680 w 683"/>
              <a:gd name="T11" fmla="*/ 381 h 621"/>
              <a:gd name="T12" fmla="*/ 525 w 683"/>
              <a:gd name="T13" fmla="*/ 71 h 621"/>
              <a:gd name="T14" fmla="*/ 511 w 683"/>
              <a:gd name="T15" fmla="*/ 62 h 621"/>
              <a:gd name="T16" fmla="*/ 403 w 683"/>
              <a:gd name="T17" fmla="*/ 62 h 621"/>
              <a:gd name="T18" fmla="*/ 387 w 683"/>
              <a:gd name="T19" fmla="*/ 78 h 621"/>
              <a:gd name="T20" fmla="*/ 501 w 683"/>
              <a:gd name="T21" fmla="*/ 93 h 621"/>
              <a:gd name="T22" fmla="*/ 449 w 683"/>
              <a:gd name="T23" fmla="*/ 372 h 621"/>
              <a:gd name="T24" fmla="*/ 434 w 683"/>
              <a:gd name="T25" fmla="*/ 388 h 621"/>
              <a:gd name="T26" fmla="*/ 341 w 683"/>
              <a:gd name="T27" fmla="*/ 481 h 621"/>
              <a:gd name="T28" fmla="*/ 247 w 683"/>
              <a:gd name="T29" fmla="*/ 388 h 621"/>
              <a:gd name="T30" fmla="*/ 232 w 683"/>
              <a:gd name="T31" fmla="*/ 372 h 621"/>
              <a:gd name="T32" fmla="*/ 180 w 683"/>
              <a:gd name="T33" fmla="*/ 93 h 621"/>
              <a:gd name="T34" fmla="*/ 279 w 683"/>
              <a:gd name="T35" fmla="*/ 93 h 621"/>
              <a:gd name="T36" fmla="*/ 294 w 683"/>
              <a:gd name="T37" fmla="*/ 78 h 621"/>
              <a:gd name="T38" fmla="*/ 170 w 683"/>
              <a:gd name="T39" fmla="*/ 62 h 621"/>
              <a:gd name="T40" fmla="*/ 156 w 683"/>
              <a:gd name="T41" fmla="*/ 71 h 621"/>
              <a:gd name="T42" fmla="*/ 2 w 683"/>
              <a:gd name="T43" fmla="*/ 381 h 621"/>
              <a:gd name="T44" fmla="*/ 2 w 683"/>
              <a:gd name="T45" fmla="*/ 381 h 621"/>
              <a:gd name="T46" fmla="*/ 0 w 683"/>
              <a:gd name="T47" fmla="*/ 605 h 621"/>
              <a:gd name="T48" fmla="*/ 15 w 683"/>
              <a:gd name="T49" fmla="*/ 620 h 621"/>
              <a:gd name="T50" fmla="*/ 666 w 683"/>
              <a:gd name="T51" fmla="*/ 620 h 621"/>
              <a:gd name="T52" fmla="*/ 682 w 683"/>
              <a:gd name="T53" fmla="*/ 388 h 621"/>
              <a:gd name="T54" fmla="*/ 680 w 683"/>
              <a:gd name="T55" fmla="*/ 381 h 621"/>
              <a:gd name="T56" fmla="*/ 247 w 683"/>
              <a:gd name="T57" fmla="*/ 248 h 621"/>
              <a:gd name="T58" fmla="*/ 232 w 683"/>
              <a:gd name="T59" fmla="*/ 263 h 621"/>
              <a:gd name="T60" fmla="*/ 330 w 683"/>
              <a:gd name="T61" fmla="*/ 367 h 621"/>
              <a:gd name="T62" fmla="*/ 341 w 683"/>
              <a:gd name="T63" fmla="*/ 372 h 621"/>
              <a:gd name="T64" fmla="*/ 352 w 683"/>
              <a:gd name="T65" fmla="*/ 367 h 621"/>
              <a:gd name="T66" fmla="*/ 445 w 683"/>
              <a:gd name="T67" fmla="*/ 274 h 621"/>
              <a:gd name="T68" fmla="*/ 449 w 683"/>
              <a:gd name="T69" fmla="*/ 263 h 621"/>
              <a:gd name="T70" fmla="*/ 434 w 683"/>
              <a:gd name="T71" fmla="*/ 248 h 621"/>
              <a:gd name="T72" fmla="*/ 356 w 683"/>
              <a:gd name="T73" fmla="*/ 319 h 621"/>
              <a:gd name="T74" fmla="*/ 356 w 683"/>
              <a:gd name="T75" fmla="*/ 16 h 621"/>
              <a:gd name="T76" fmla="*/ 341 w 683"/>
              <a:gd name="T77" fmla="*/ 0 h 621"/>
              <a:gd name="T78" fmla="*/ 325 w 683"/>
              <a:gd name="T79" fmla="*/ 319 h 621"/>
              <a:gd name="T80" fmla="*/ 258 w 683"/>
              <a:gd name="T81" fmla="*/ 253 h 621"/>
            </a:gdLst>
            <a:ahLst/>
            <a:cxnLst/>
            <a:rect l="0" t="0" r="r" b="b"/>
            <a:pathLst>
              <a:path w="683" h="621">
                <a:moveTo>
                  <a:pt x="651" y="589"/>
                </a:moveTo>
                <a:lnTo>
                  <a:pt x="31" y="589"/>
                </a:lnTo>
                <a:lnTo>
                  <a:pt x="31" y="403"/>
                </a:lnTo>
                <a:lnTo>
                  <a:pt x="217" y="403"/>
                </a:lnTo>
                <a:lnTo>
                  <a:pt x="217" y="403"/>
                </a:lnTo>
                <a:cubicBezTo>
                  <a:pt x="226" y="464"/>
                  <a:pt x="278" y="512"/>
                  <a:pt x="341" y="512"/>
                </a:cubicBezTo>
                <a:lnTo>
                  <a:pt x="341" y="512"/>
                </a:lnTo>
                <a:cubicBezTo>
                  <a:pt x="404" y="512"/>
                  <a:pt x="456" y="464"/>
                  <a:pt x="463" y="403"/>
                </a:cubicBezTo>
                <a:lnTo>
                  <a:pt x="651" y="403"/>
                </a:lnTo>
                <a:lnTo>
                  <a:pt x="651" y="589"/>
                </a:lnTo>
                <a:close/>
                <a:moveTo>
                  <a:pt x="680" y="381"/>
                </a:moveTo>
                <a:lnTo>
                  <a:pt x="680" y="381"/>
                </a:lnTo>
                <a:lnTo>
                  <a:pt x="525" y="71"/>
                </a:lnTo>
                <a:lnTo>
                  <a:pt x="525" y="71"/>
                </a:lnTo>
                <a:lnTo>
                  <a:pt x="525" y="71"/>
                </a:lnTo>
                <a:cubicBezTo>
                  <a:pt x="522" y="66"/>
                  <a:pt x="517" y="62"/>
                  <a:pt x="511" y="62"/>
                </a:cubicBezTo>
                <a:lnTo>
                  <a:pt x="403" y="62"/>
                </a:lnTo>
                <a:lnTo>
                  <a:pt x="403" y="62"/>
                </a:lnTo>
                <a:cubicBezTo>
                  <a:pt x="394" y="62"/>
                  <a:pt x="387" y="69"/>
                  <a:pt x="387" y="78"/>
                </a:cubicBezTo>
                <a:lnTo>
                  <a:pt x="387" y="78"/>
                </a:lnTo>
                <a:cubicBezTo>
                  <a:pt x="387" y="87"/>
                  <a:pt x="394" y="93"/>
                  <a:pt x="403" y="93"/>
                </a:cubicBezTo>
                <a:lnTo>
                  <a:pt x="501" y="93"/>
                </a:lnTo>
                <a:lnTo>
                  <a:pt x="641" y="372"/>
                </a:lnTo>
                <a:lnTo>
                  <a:pt x="449" y="372"/>
                </a:lnTo>
                <a:lnTo>
                  <a:pt x="449" y="372"/>
                </a:lnTo>
                <a:cubicBezTo>
                  <a:pt x="441" y="372"/>
                  <a:pt x="434" y="379"/>
                  <a:pt x="434" y="388"/>
                </a:cubicBezTo>
                <a:lnTo>
                  <a:pt x="434" y="388"/>
                </a:lnTo>
                <a:cubicBezTo>
                  <a:pt x="434" y="439"/>
                  <a:pt x="392" y="481"/>
                  <a:pt x="341" y="481"/>
                </a:cubicBezTo>
                <a:lnTo>
                  <a:pt x="341" y="481"/>
                </a:lnTo>
                <a:cubicBezTo>
                  <a:pt x="289" y="481"/>
                  <a:pt x="247" y="439"/>
                  <a:pt x="247" y="388"/>
                </a:cubicBezTo>
                <a:lnTo>
                  <a:pt x="247" y="388"/>
                </a:lnTo>
                <a:cubicBezTo>
                  <a:pt x="247" y="379"/>
                  <a:pt x="241" y="372"/>
                  <a:pt x="232" y="372"/>
                </a:cubicBezTo>
                <a:lnTo>
                  <a:pt x="40" y="372"/>
                </a:lnTo>
                <a:lnTo>
                  <a:pt x="180" y="93"/>
                </a:lnTo>
                <a:lnTo>
                  <a:pt x="279" y="93"/>
                </a:lnTo>
                <a:lnTo>
                  <a:pt x="279" y="93"/>
                </a:lnTo>
                <a:cubicBezTo>
                  <a:pt x="287" y="93"/>
                  <a:pt x="294" y="87"/>
                  <a:pt x="294" y="78"/>
                </a:cubicBezTo>
                <a:lnTo>
                  <a:pt x="294" y="78"/>
                </a:lnTo>
                <a:cubicBezTo>
                  <a:pt x="294" y="69"/>
                  <a:pt x="287" y="62"/>
                  <a:pt x="279" y="62"/>
                </a:cubicBezTo>
                <a:lnTo>
                  <a:pt x="170" y="62"/>
                </a:lnTo>
                <a:lnTo>
                  <a:pt x="170" y="62"/>
                </a:lnTo>
                <a:cubicBezTo>
                  <a:pt x="164" y="62"/>
                  <a:pt x="159" y="66"/>
                  <a:pt x="156" y="71"/>
                </a:cubicBezTo>
                <a:lnTo>
                  <a:pt x="156" y="71"/>
                </a:lnTo>
                <a:lnTo>
                  <a:pt x="2" y="381"/>
                </a:lnTo>
                <a:lnTo>
                  <a:pt x="2" y="381"/>
                </a:lnTo>
                <a:lnTo>
                  <a:pt x="2" y="381"/>
                </a:lnTo>
                <a:cubicBezTo>
                  <a:pt x="0" y="383"/>
                  <a:pt x="0" y="385"/>
                  <a:pt x="0" y="388"/>
                </a:cubicBezTo>
                <a:lnTo>
                  <a:pt x="0" y="605"/>
                </a:lnTo>
                <a:lnTo>
                  <a:pt x="0" y="605"/>
                </a:lnTo>
                <a:cubicBezTo>
                  <a:pt x="0" y="613"/>
                  <a:pt x="7" y="620"/>
                  <a:pt x="15" y="620"/>
                </a:cubicBezTo>
                <a:lnTo>
                  <a:pt x="666" y="620"/>
                </a:lnTo>
                <a:lnTo>
                  <a:pt x="666" y="620"/>
                </a:lnTo>
                <a:cubicBezTo>
                  <a:pt x="674" y="620"/>
                  <a:pt x="682" y="613"/>
                  <a:pt x="682" y="605"/>
                </a:cubicBezTo>
                <a:lnTo>
                  <a:pt x="682" y="388"/>
                </a:lnTo>
                <a:lnTo>
                  <a:pt x="682" y="388"/>
                </a:lnTo>
                <a:cubicBezTo>
                  <a:pt x="682" y="385"/>
                  <a:pt x="681" y="383"/>
                  <a:pt x="680" y="381"/>
                </a:cubicBezTo>
                <a:close/>
                <a:moveTo>
                  <a:pt x="247" y="248"/>
                </a:moveTo>
                <a:lnTo>
                  <a:pt x="247" y="248"/>
                </a:lnTo>
                <a:cubicBezTo>
                  <a:pt x="239" y="248"/>
                  <a:pt x="232" y="256"/>
                  <a:pt x="232" y="263"/>
                </a:cubicBezTo>
                <a:lnTo>
                  <a:pt x="232" y="263"/>
                </a:lnTo>
                <a:cubicBezTo>
                  <a:pt x="232" y="268"/>
                  <a:pt x="234" y="272"/>
                  <a:pt x="237" y="274"/>
                </a:cubicBezTo>
                <a:lnTo>
                  <a:pt x="330" y="367"/>
                </a:lnTo>
                <a:lnTo>
                  <a:pt x="330" y="367"/>
                </a:lnTo>
                <a:cubicBezTo>
                  <a:pt x="332" y="371"/>
                  <a:pt x="336" y="372"/>
                  <a:pt x="341" y="372"/>
                </a:cubicBezTo>
                <a:lnTo>
                  <a:pt x="341" y="372"/>
                </a:lnTo>
                <a:cubicBezTo>
                  <a:pt x="345" y="372"/>
                  <a:pt x="349" y="371"/>
                  <a:pt x="352" y="367"/>
                </a:cubicBezTo>
                <a:lnTo>
                  <a:pt x="445" y="274"/>
                </a:lnTo>
                <a:lnTo>
                  <a:pt x="445" y="274"/>
                </a:lnTo>
                <a:cubicBezTo>
                  <a:pt x="447" y="272"/>
                  <a:pt x="449" y="268"/>
                  <a:pt x="449" y="263"/>
                </a:cubicBezTo>
                <a:lnTo>
                  <a:pt x="449" y="263"/>
                </a:lnTo>
                <a:cubicBezTo>
                  <a:pt x="449" y="256"/>
                  <a:pt x="442" y="248"/>
                  <a:pt x="434" y="248"/>
                </a:cubicBezTo>
                <a:lnTo>
                  <a:pt x="434" y="248"/>
                </a:lnTo>
                <a:cubicBezTo>
                  <a:pt x="429" y="248"/>
                  <a:pt x="425" y="250"/>
                  <a:pt x="422" y="253"/>
                </a:cubicBezTo>
                <a:lnTo>
                  <a:pt x="356" y="319"/>
                </a:lnTo>
                <a:lnTo>
                  <a:pt x="356" y="16"/>
                </a:lnTo>
                <a:lnTo>
                  <a:pt x="356" y="16"/>
                </a:lnTo>
                <a:cubicBezTo>
                  <a:pt x="356" y="7"/>
                  <a:pt x="349" y="0"/>
                  <a:pt x="341" y="0"/>
                </a:cubicBezTo>
                <a:lnTo>
                  <a:pt x="341" y="0"/>
                </a:lnTo>
                <a:cubicBezTo>
                  <a:pt x="332" y="0"/>
                  <a:pt x="325" y="7"/>
                  <a:pt x="325" y="16"/>
                </a:cubicBezTo>
                <a:lnTo>
                  <a:pt x="325" y="319"/>
                </a:lnTo>
                <a:lnTo>
                  <a:pt x="258" y="253"/>
                </a:lnTo>
                <a:lnTo>
                  <a:pt x="258" y="253"/>
                </a:lnTo>
                <a:cubicBezTo>
                  <a:pt x="256" y="250"/>
                  <a:pt x="252" y="248"/>
                  <a:pt x="247" y="2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5" name="Freeform 528">
            <a:extLst>
              <a:ext uri="{FF2B5EF4-FFF2-40B4-BE49-F238E27FC236}">
                <a16:creationId xmlns:a16="http://schemas.microsoft.com/office/drawing/2014/main" id="{5266F700-B044-3244-B101-606EEE5ADBFA}"/>
              </a:ext>
            </a:extLst>
          </p:cNvPr>
          <p:cNvSpPr>
            <a:spLocks noGrp="1"/>
          </p:cNvSpPr>
          <p:nvPr/>
        </p:nvSpPr>
        <p:spPr>
          <a:xfrm>
            <a:off x="15006698" y="4498790"/>
            <a:ext cx="697601" cy="851403"/>
          </a:xfrm>
          <a:custGeom>
            <a:avLst/>
            <a:gdLst>
              <a:gd name="T0" fmla="*/ 279 w 559"/>
              <a:gd name="T1" fmla="*/ 154 h 683"/>
              <a:gd name="T2" fmla="*/ 32 w 559"/>
              <a:gd name="T3" fmla="*/ 93 h 683"/>
              <a:gd name="T4" fmla="*/ 279 w 559"/>
              <a:gd name="T5" fmla="*/ 31 h 683"/>
              <a:gd name="T6" fmla="*/ 527 w 559"/>
              <a:gd name="T7" fmla="*/ 93 h 683"/>
              <a:gd name="T8" fmla="*/ 527 w 559"/>
              <a:gd name="T9" fmla="*/ 174 h 683"/>
              <a:gd name="T10" fmla="*/ 527 w 559"/>
              <a:gd name="T11" fmla="*/ 217 h 683"/>
              <a:gd name="T12" fmla="*/ 279 w 559"/>
              <a:gd name="T13" fmla="*/ 279 h 683"/>
              <a:gd name="T14" fmla="*/ 32 w 559"/>
              <a:gd name="T15" fmla="*/ 174 h 683"/>
              <a:gd name="T16" fmla="*/ 32 w 559"/>
              <a:gd name="T17" fmla="*/ 136 h 683"/>
              <a:gd name="T18" fmla="*/ 279 w 559"/>
              <a:gd name="T19" fmla="*/ 186 h 683"/>
              <a:gd name="T20" fmla="*/ 527 w 559"/>
              <a:gd name="T21" fmla="*/ 174 h 683"/>
              <a:gd name="T22" fmla="*/ 279 w 559"/>
              <a:gd name="T23" fmla="*/ 340 h 683"/>
              <a:gd name="T24" fmla="*/ 32 w 559"/>
              <a:gd name="T25" fmla="*/ 279 h 683"/>
              <a:gd name="T26" fmla="*/ 39 w 559"/>
              <a:gd name="T27" fmla="*/ 264 h 683"/>
              <a:gd name="T28" fmla="*/ 279 w 559"/>
              <a:gd name="T29" fmla="*/ 310 h 683"/>
              <a:gd name="T30" fmla="*/ 520 w 559"/>
              <a:gd name="T31" fmla="*/ 264 h 683"/>
              <a:gd name="T32" fmla="*/ 527 w 559"/>
              <a:gd name="T33" fmla="*/ 279 h 683"/>
              <a:gd name="T34" fmla="*/ 527 w 559"/>
              <a:gd name="T35" fmla="*/ 360 h 683"/>
              <a:gd name="T36" fmla="*/ 527 w 559"/>
              <a:gd name="T37" fmla="*/ 403 h 683"/>
              <a:gd name="T38" fmla="*/ 279 w 559"/>
              <a:gd name="T39" fmla="*/ 465 h 683"/>
              <a:gd name="T40" fmla="*/ 32 w 559"/>
              <a:gd name="T41" fmla="*/ 360 h 683"/>
              <a:gd name="T42" fmla="*/ 32 w 559"/>
              <a:gd name="T43" fmla="*/ 321 h 683"/>
              <a:gd name="T44" fmla="*/ 279 w 559"/>
              <a:gd name="T45" fmla="*/ 372 h 683"/>
              <a:gd name="T46" fmla="*/ 527 w 559"/>
              <a:gd name="T47" fmla="*/ 360 h 683"/>
              <a:gd name="T48" fmla="*/ 279 w 559"/>
              <a:gd name="T49" fmla="*/ 526 h 683"/>
              <a:gd name="T50" fmla="*/ 32 w 559"/>
              <a:gd name="T51" fmla="*/ 465 h 683"/>
              <a:gd name="T52" fmla="*/ 39 w 559"/>
              <a:gd name="T53" fmla="*/ 450 h 683"/>
              <a:gd name="T54" fmla="*/ 279 w 559"/>
              <a:gd name="T55" fmla="*/ 496 h 683"/>
              <a:gd name="T56" fmla="*/ 520 w 559"/>
              <a:gd name="T57" fmla="*/ 450 h 683"/>
              <a:gd name="T58" fmla="*/ 527 w 559"/>
              <a:gd name="T59" fmla="*/ 465 h 683"/>
              <a:gd name="T60" fmla="*/ 527 w 559"/>
              <a:gd name="T61" fmla="*/ 546 h 683"/>
              <a:gd name="T62" fmla="*/ 527 w 559"/>
              <a:gd name="T63" fmla="*/ 589 h 683"/>
              <a:gd name="T64" fmla="*/ 279 w 559"/>
              <a:gd name="T65" fmla="*/ 651 h 683"/>
              <a:gd name="T66" fmla="*/ 32 w 559"/>
              <a:gd name="T67" fmla="*/ 546 h 683"/>
              <a:gd name="T68" fmla="*/ 32 w 559"/>
              <a:gd name="T69" fmla="*/ 507 h 683"/>
              <a:gd name="T70" fmla="*/ 279 w 559"/>
              <a:gd name="T71" fmla="*/ 557 h 683"/>
              <a:gd name="T72" fmla="*/ 527 w 559"/>
              <a:gd name="T73" fmla="*/ 546 h 683"/>
              <a:gd name="T74" fmla="*/ 558 w 559"/>
              <a:gd name="T75" fmla="*/ 93 h 683"/>
              <a:gd name="T76" fmla="*/ 279 w 559"/>
              <a:gd name="T77" fmla="*/ 0 h 683"/>
              <a:gd name="T78" fmla="*/ 0 w 559"/>
              <a:gd name="T79" fmla="*/ 217 h 683"/>
              <a:gd name="T80" fmla="*/ 17 w 559"/>
              <a:gd name="T81" fmla="*/ 247 h 683"/>
              <a:gd name="T82" fmla="*/ 0 w 559"/>
              <a:gd name="T83" fmla="*/ 279 h 683"/>
              <a:gd name="T84" fmla="*/ 0 w 559"/>
              <a:gd name="T85" fmla="*/ 403 h 683"/>
              <a:gd name="T86" fmla="*/ 17 w 559"/>
              <a:gd name="T87" fmla="*/ 434 h 683"/>
              <a:gd name="T88" fmla="*/ 0 w 559"/>
              <a:gd name="T89" fmla="*/ 589 h 683"/>
              <a:gd name="T90" fmla="*/ 279 w 559"/>
              <a:gd name="T91" fmla="*/ 682 h 683"/>
              <a:gd name="T92" fmla="*/ 558 w 559"/>
              <a:gd name="T93" fmla="*/ 589 h 683"/>
              <a:gd name="T94" fmla="*/ 558 w 559"/>
              <a:gd name="T95" fmla="*/ 465 h 683"/>
              <a:gd name="T96" fmla="*/ 542 w 559"/>
              <a:gd name="T97" fmla="*/ 434 h 683"/>
              <a:gd name="T98" fmla="*/ 558 w 559"/>
              <a:gd name="T99" fmla="*/ 279 h 683"/>
              <a:gd name="T100" fmla="*/ 542 w 559"/>
              <a:gd name="T101" fmla="*/ 247 h 683"/>
              <a:gd name="T102" fmla="*/ 558 w 559"/>
              <a:gd name="T103" fmla="*/ 217 h 683"/>
            </a:gdLst>
            <a:ahLst/>
            <a:cxnLst/>
            <a:rect l="0" t="0" r="r" b="b"/>
            <a:pathLst>
              <a:path w="559" h="683">
                <a:moveTo>
                  <a:pt x="279" y="154"/>
                </a:moveTo>
                <a:lnTo>
                  <a:pt x="279" y="154"/>
                </a:lnTo>
                <a:cubicBezTo>
                  <a:pt x="142" y="154"/>
                  <a:pt x="32" y="127"/>
                  <a:pt x="32" y="93"/>
                </a:cubicBezTo>
                <a:lnTo>
                  <a:pt x="32" y="93"/>
                </a:lnTo>
                <a:cubicBezTo>
                  <a:pt x="32" y="59"/>
                  <a:pt x="142" y="31"/>
                  <a:pt x="279" y="31"/>
                </a:cubicBezTo>
                <a:lnTo>
                  <a:pt x="279" y="31"/>
                </a:lnTo>
                <a:cubicBezTo>
                  <a:pt x="416" y="31"/>
                  <a:pt x="527" y="59"/>
                  <a:pt x="527" y="93"/>
                </a:cubicBezTo>
                <a:lnTo>
                  <a:pt x="527" y="93"/>
                </a:lnTo>
                <a:cubicBezTo>
                  <a:pt x="527" y="127"/>
                  <a:pt x="416" y="154"/>
                  <a:pt x="279" y="154"/>
                </a:cubicBezTo>
                <a:close/>
                <a:moveTo>
                  <a:pt x="527" y="174"/>
                </a:moveTo>
                <a:lnTo>
                  <a:pt x="527" y="217"/>
                </a:lnTo>
                <a:lnTo>
                  <a:pt x="527" y="217"/>
                </a:lnTo>
                <a:cubicBezTo>
                  <a:pt x="527" y="251"/>
                  <a:pt x="416" y="279"/>
                  <a:pt x="279" y="279"/>
                </a:cubicBezTo>
                <a:lnTo>
                  <a:pt x="279" y="279"/>
                </a:lnTo>
                <a:cubicBezTo>
                  <a:pt x="142" y="279"/>
                  <a:pt x="32" y="251"/>
                  <a:pt x="32" y="217"/>
                </a:cubicBezTo>
                <a:lnTo>
                  <a:pt x="32" y="174"/>
                </a:lnTo>
                <a:lnTo>
                  <a:pt x="32" y="136"/>
                </a:lnTo>
                <a:lnTo>
                  <a:pt x="32" y="136"/>
                </a:lnTo>
                <a:cubicBezTo>
                  <a:pt x="78" y="166"/>
                  <a:pt x="171" y="186"/>
                  <a:pt x="279" y="186"/>
                </a:cubicBezTo>
                <a:lnTo>
                  <a:pt x="279" y="186"/>
                </a:lnTo>
                <a:cubicBezTo>
                  <a:pt x="387" y="186"/>
                  <a:pt x="481" y="166"/>
                  <a:pt x="527" y="136"/>
                </a:cubicBezTo>
                <a:lnTo>
                  <a:pt x="527" y="174"/>
                </a:lnTo>
                <a:close/>
                <a:moveTo>
                  <a:pt x="279" y="340"/>
                </a:moveTo>
                <a:lnTo>
                  <a:pt x="279" y="340"/>
                </a:lnTo>
                <a:cubicBezTo>
                  <a:pt x="142" y="340"/>
                  <a:pt x="32" y="313"/>
                  <a:pt x="32" y="279"/>
                </a:cubicBezTo>
                <a:lnTo>
                  <a:pt x="32" y="279"/>
                </a:lnTo>
                <a:cubicBezTo>
                  <a:pt x="32" y="274"/>
                  <a:pt x="34" y="269"/>
                  <a:pt x="39" y="264"/>
                </a:cubicBezTo>
                <a:lnTo>
                  <a:pt x="39" y="264"/>
                </a:lnTo>
                <a:cubicBezTo>
                  <a:pt x="87" y="292"/>
                  <a:pt x="177" y="310"/>
                  <a:pt x="279" y="310"/>
                </a:cubicBezTo>
                <a:lnTo>
                  <a:pt x="279" y="310"/>
                </a:lnTo>
                <a:cubicBezTo>
                  <a:pt x="382" y="310"/>
                  <a:pt x="471" y="292"/>
                  <a:pt x="520" y="264"/>
                </a:cubicBezTo>
                <a:lnTo>
                  <a:pt x="520" y="264"/>
                </a:lnTo>
                <a:cubicBezTo>
                  <a:pt x="525" y="269"/>
                  <a:pt x="527" y="274"/>
                  <a:pt x="527" y="279"/>
                </a:cubicBezTo>
                <a:lnTo>
                  <a:pt x="527" y="279"/>
                </a:lnTo>
                <a:cubicBezTo>
                  <a:pt x="527" y="313"/>
                  <a:pt x="416" y="340"/>
                  <a:pt x="279" y="340"/>
                </a:cubicBezTo>
                <a:close/>
                <a:moveTo>
                  <a:pt x="527" y="360"/>
                </a:moveTo>
                <a:lnTo>
                  <a:pt x="527" y="403"/>
                </a:lnTo>
                <a:lnTo>
                  <a:pt x="527" y="403"/>
                </a:lnTo>
                <a:cubicBezTo>
                  <a:pt x="527" y="437"/>
                  <a:pt x="416" y="465"/>
                  <a:pt x="279" y="465"/>
                </a:cubicBezTo>
                <a:lnTo>
                  <a:pt x="279" y="465"/>
                </a:lnTo>
                <a:cubicBezTo>
                  <a:pt x="142" y="465"/>
                  <a:pt x="32" y="437"/>
                  <a:pt x="32" y="403"/>
                </a:cubicBezTo>
                <a:lnTo>
                  <a:pt x="32" y="360"/>
                </a:lnTo>
                <a:lnTo>
                  <a:pt x="32" y="321"/>
                </a:lnTo>
                <a:lnTo>
                  <a:pt x="32" y="321"/>
                </a:lnTo>
                <a:cubicBezTo>
                  <a:pt x="78" y="351"/>
                  <a:pt x="171" y="372"/>
                  <a:pt x="279" y="372"/>
                </a:cubicBezTo>
                <a:lnTo>
                  <a:pt x="279" y="372"/>
                </a:lnTo>
                <a:cubicBezTo>
                  <a:pt x="387" y="372"/>
                  <a:pt x="481" y="351"/>
                  <a:pt x="527" y="321"/>
                </a:cubicBezTo>
                <a:lnTo>
                  <a:pt x="527" y="360"/>
                </a:lnTo>
                <a:close/>
                <a:moveTo>
                  <a:pt x="279" y="526"/>
                </a:moveTo>
                <a:lnTo>
                  <a:pt x="279" y="526"/>
                </a:lnTo>
                <a:cubicBezTo>
                  <a:pt x="142" y="526"/>
                  <a:pt x="32" y="499"/>
                  <a:pt x="32" y="465"/>
                </a:cubicBezTo>
                <a:lnTo>
                  <a:pt x="32" y="465"/>
                </a:lnTo>
                <a:cubicBezTo>
                  <a:pt x="32" y="460"/>
                  <a:pt x="34" y="454"/>
                  <a:pt x="39" y="450"/>
                </a:cubicBezTo>
                <a:lnTo>
                  <a:pt x="39" y="450"/>
                </a:lnTo>
                <a:cubicBezTo>
                  <a:pt x="87" y="477"/>
                  <a:pt x="177" y="496"/>
                  <a:pt x="279" y="496"/>
                </a:cubicBezTo>
                <a:lnTo>
                  <a:pt x="279" y="496"/>
                </a:lnTo>
                <a:cubicBezTo>
                  <a:pt x="382" y="496"/>
                  <a:pt x="471" y="477"/>
                  <a:pt x="520" y="450"/>
                </a:cubicBezTo>
                <a:lnTo>
                  <a:pt x="520" y="450"/>
                </a:lnTo>
                <a:cubicBezTo>
                  <a:pt x="525" y="454"/>
                  <a:pt x="527" y="460"/>
                  <a:pt x="527" y="465"/>
                </a:cubicBezTo>
                <a:lnTo>
                  <a:pt x="527" y="465"/>
                </a:lnTo>
                <a:cubicBezTo>
                  <a:pt x="527" y="499"/>
                  <a:pt x="416" y="526"/>
                  <a:pt x="279" y="526"/>
                </a:cubicBezTo>
                <a:close/>
                <a:moveTo>
                  <a:pt x="527" y="546"/>
                </a:moveTo>
                <a:lnTo>
                  <a:pt x="527" y="589"/>
                </a:lnTo>
                <a:lnTo>
                  <a:pt x="527" y="589"/>
                </a:lnTo>
                <a:cubicBezTo>
                  <a:pt x="527" y="623"/>
                  <a:pt x="416" y="651"/>
                  <a:pt x="279" y="651"/>
                </a:cubicBezTo>
                <a:lnTo>
                  <a:pt x="279" y="651"/>
                </a:lnTo>
                <a:cubicBezTo>
                  <a:pt x="142" y="651"/>
                  <a:pt x="32" y="623"/>
                  <a:pt x="32" y="589"/>
                </a:cubicBezTo>
                <a:lnTo>
                  <a:pt x="32" y="546"/>
                </a:lnTo>
                <a:lnTo>
                  <a:pt x="32" y="507"/>
                </a:lnTo>
                <a:lnTo>
                  <a:pt x="32" y="507"/>
                </a:lnTo>
                <a:cubicBezTo>
                  <a:pt x="78" y="538"/>
                  <a:pt x="171" y="557"/>
                  <a:pt x="279" y="557"/>
                </a:cubicBezTo>
                <a:lnTo>
                  <a:pt x="279" y="557"/>
                </a:lnTo>
                <a:cubicBezTo>
                  <a:pt x="387" y="557"/>
                  <a:pt x="481" y="538"/>
                  <a:pt x="527" y="507"/>
                </a:cubicBezTo>
                <a:lnTo>
                  <a:pt x="527" y="546"/>
                </a:lnTo>
                <a:close/>
                <a:moveTo>
                  <a:pt x="558" y="93"/>
                </a:moveTo>
                <a:lnTo>
                  <a:pt x="558" y="93"/>
                </a:lnTo>
                <a:cubicBezTo>
                  <a:pt x="558" y="41"/>
                  <a:pt x="433" y="0"/>
                  <a:pt x="279" y="0"/>
                </a:cubicBezTo>
                <a:lnTo>
                  <a:pt x="279" y="0"/>
                </a:lnTo>
                <a:cubicBezTo>
                  <a:pt x="125" y="0"/>
                  <a:pt x="0" y="41"/>
                  <a:pt x="0" y="93"/>
                </a:cubicBezTo>
                <a:lnTo>
                  <a:pt x="0" y="217"/>
                </a:lnTo>
                <a:lnTo>
                  <a:pt x="0" y="217"/>
                </a:lnTo>
                <a:cubicBezTo>
                  <a:pt x="0" y="228"/>
                  <a:pt x="7" y="238"/>
                  <a:pt x="17" y="247"/>
                </a:cubicBezTo>
                <a:lnTo>
                  <a:pt x="17" y="247"/>
                </a:lnTo>
                <a:cubicBezTo>
                  <a:pt x="7" y="257"/>
                  <a:pt x="0" y="268"/>
                  <a:pt x="0" y="279"/>
                </a:cubicBezTo>
                <a:lnTo>
                  <a:pt x="0" y="403"/>
                </a:lnTo>
                <a:lnTo>
                  <a:pt x="0" y="403"/>
                </a:lnTo>
                <a:cubicBezTo>
                  <a:pt x="0" y="414"/>
                  <a:pt x="7" y="424"/>
                  <a:pt x="17" y="434"/>
                </a:cubicBezTo>
                <a:lnTo>
                  <a:pt x="17" y="434"/>
                </a:lnTo>
                <a:cubicBezTo>
                  <a:pt x="7" y="443"/>
                  <a:pt x="0" y="454"/>
                  <a:pt x="0" y="465"/>
                </a:cubicBezTo>
                <a:lnTo>
                  <a:pt x="0" y="589"/>
                </a:lnTo>
                <a:lnTo>
                  <a:pt x="0" y="589"/>
                </a:lnTo>
                <a:cubicBezTo>
                  <a:pt x="0" y="640"/>
                  <a:pt x="125" y="682"/>
                  <a:pt x="279" y="682"/>
                </a:cubicBezTo>
                <a:lnTo>
                  <a:pt x="279" y="682"/>
                </a:lnTo>
                <a:cubicBezTo>
                  <a:pt x="433" y="682"/>
                  <a:pt x="558" y="640"/>
                  <a:pt x="558" y="589"/>
                </a:cubicBezTo>
                <a:lnTo>
                  <a:pt x="558" y="465"/>
                </a:lnTo>
                <a:lnTo>
                  <a:pt x="558" y="465"/>
                </a:lnTo>
                <a:cubicBezTo>
                  <a:pt x="558" y="454"/>
                  <a:pt x="552" y="443"/>
                  <a:pt x="542" y="434"/>
                </a:cubicBezTo>
                <a:lnTo>
                  <a:pt x="542" y="434"/>
                </a:lnTo>
                <a:cubicBezTo>
                  <a:pt x="552" y="424"/>
                  <a:pt x="558" y="414"/>
                  <a:pt x="558" y="403"/>
                </a:cubicBezTo>
                <a:lnTo>
                  <a:pt x="558" y="279"/>
                </a:lnTo>
                <a:lnTo>
                  <a:pt x="558" y="279"/>
                </a:lnTo>
                <a:cubicBezTo>
                  <a:pt x="558" y="268"/>
                  <a:pt x="552" y="257"/>
                  <a:pt x="542" y="247"/>
                </a:cubicBezTo>
                <a:lnTo>
                  <a:pt x="542" y="247"/>
                </a:lnTo>
                <a:cubicBezTo>
                  <a:pt x="552" y="238"/>
                  <a:pt x="558" y="228"/>
                  <a:pt x="558" y="217"/>
                </a:cubicBezTo>
                <a:lnTo>
                  <a:pt x="558" y="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6" name="Freeform 529">
            <a:extLst>
              <a:ext uri="{FF2B5EF4-FFF2-40B4-BE49-F238E27FC236}">
                <a16:creationId xmlns:a16="http://schemas.microsoft.com/office/drawing/2014/main" id="{82C2861C-D516-2D48-B875-9CA87DE1C11D}"/>
              </a:ext>
            </a:extLst>
          </p:cNvPr>
          <p:cNvSpPr>
            <a:spLocks noGrp="1"/>
          </p:cNvSpPr>
          <p:nvPr/>
        </p:nvSpPr>
        <p:spPr>
          <a:xfrm>
            <a:off x="10107003" y="10961229"/>
            <a:ext cx="2230132" cy="466898"/>
          </a:xfrm>
          <a:custGeom>
            <a:avLst/>
            <a:gdLst>
              <a:gd name="T0" fmla="*/ 1606 w 1792"/>
              <a:gd name="T1" fmla="*/ 372 h 373"/>
              <a:gd name="T2" fmla="*/ 0 w 1792"/>
              <a:gd name="T3" fmla="*/ 372 h 373"/>
              <a:gd name="T4" fmla="*/ 0 w 1792"/>
              <a:gd name="T5" fmla="*/ 0 h 373"/>
              <a:gd name="T6" fmla="*/ 1606 w 1792"/>
              <a:gd name="T7" fmla="*/ 0 h 373"/>
              <a:gd name="T8" fmla="*/ 1606 w 1792"/>
              <a:gd name="T9" fmla="*/ 0 h 373"/>
              <a:gd name="T10" fmla="*/ 1791 w 1792"/>
              <a:gd name="T11" fmla="*/ 186 h 373"/>
              <a:gd name="T12" fmla="*/ 1791 w 1792"/>
              <a:gd name="T13" fmla="*/ 186 h 373"/>
              <a:gd name="T14" fmla="*/ 1606 w 1792"/>
              <a:gd name="T15" fmla="*/ 372 h 373"/>
            </a:gdLst>
            <a:ahLst/>
            <a:cxnLst/>
            <a:rect l="0" t="0" r="r" b="b"/>
            <a:pathLst>
              <a:path w="1792" h="373">
                <a:moveTo>
                  <a:pt x="1606" y="372"/>
                </a:moveTo>
                <a:lnTo>
                  <a:pt x="0" y="372"/>
                </a:lnTo>
                <a:lnTo>
                  <a:pt x="0" y="0"/>
                </a:lnTo>
                <a:lnTo>
                  <a:pt x="1606" y="0"/>
                </a:lnTo>
                <a:lnTo>
                  <a:pt x="1606" y="0"/>
                </a:lnTo>
                <a:cubicBezTo>
                  <a:pt x="1707" y="0"/>
                  <a:pt x="1791" y="84"/>
                  <a:pt x="1791" y="186"/>
                </a:cubicBezTo>
                <a:lnTo>
                  <a:pt x="1791" y="186"/>
                </a:lnTo>
                <a:cubicBezTo>
                  <a:pt x="1791" y="289"/>
                  <a:pt x="1707" y="372"/>
                  <a:pt x="1606" y="372"/>
                </a:cubicBezTo>
              </a:path>
            </a:pathLst>
          </a:custGeom>
          <a:noFill/>
          <a:ln w="12700">
            <a:solidFill>
              <a:schemeClr val="accent3"/>
            </a:solidFill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F436E8-A3FB-2742-A35A-C7C56BB1FCAF}"/>
              </a:ext>
            </a:extLst>
          </p:cNvPr>
          <p:cNvSpPr>
            <a:spLocks noGrp="1"/>
          </p:cNvSpPr>
          <p:nvPr/>
        </p:nvSpPr>
        <p:spPr>
          <a:xfrm>
            <a:off x="274320" y="342535"/>
            <a:ext cx="4750339" cy="1127873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5000" b="1" spc="-29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Manage Talent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04298F-0AD0-1244-96F0-D3AD91A21658}"/>
              </a:ext>
            </a:extLst>
          </p:cNvPr>
          <p:cNvSpPr>
            <a:spLocks noGrp="1"/>
          </p:cNvSpPr>
          <p:nvPr/>
        </p:nvSpPr>
        <p:spPr>
          <a:xfrm>
            <a:off x="269779" y="1695905"/>
            <a:ext cx="6702476" cy="5796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3840"/>
              </a:lnSpc>
              <a:buNone/>
            </a:pPr>
            <a:r>
              <a:rPr sz="3200" spc="-130">
                <a:latin typeface="Poppins"/>
                <a:ea typeface="Poppins"/>
                <a:cs typeface="Poppins"/>
              </a:rPr>
              <a:t>Growing &amp; Retaining Critical Talent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C29D8F-4C2A-414D-94CD-03D4EEE3A347}"/>
              </a:ext>
            </a:extLst>
          </p:cNvPr>
          <p:cNvSpPr>
            <a:spLocks noGrp="1"/>
          </p:cNvSpPr>
          <p:nvPr/>
        </p:nvSpPr>
        <p:spPr>
          <a:xfrm>
            <a:off x="10893106" y="7548978"/>
            <a:ext cx="2591438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2"/>
                </a:solidFill>
                <a:latin typeface="Poppins"/>
                <a:ea typeface="Poppins"/>
                <a:cs typeface="Poppins"/>
              </a:rPr>
              <a:t>Process 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505F3-778E-0949-8EE3-69254449C42D}"/>
              </a:ext>
            </a:extLst>
          </p:cNvPr>
          <p:cNvSpPr>
            <a:spLocks noGrp="1"/>
          </p:cNvSpPr>
          <p:nvPr/>
        </p:nvSpPr>
        <p:spPr>
          <a:xfrm>
            <a:off x="10284422" y="10901272"/>
            <a:ext cx="1787349" cy="5319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lnSpc>
                <a:spcPts val="3600"/>
              </a:lnSpc>
              <a:buNone/>
            </a:pPr>
            <a:r>
              <a:rPr sz="2600" spc="-30">
                <a:solidFill>
                  <a:schemeClr val="accent3"/>
                </a:solidFill>
                <a:latin typeface="Poppins"/>
                <a:ea typeface="Poppins"/>
                <a:cs typeface="Poppins"/>
              </a:rPr>
              <a:t>Feedback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A8A0CE-4568-6849-B06D-85DB7C37E266}"/>
              </a:ext>
            </a:extLst>
          </p:cNvPr>
          <p:cNvSpPr>
            <a:spLocks noGrp="1"/>
          </p:cNvSpPr>
          <p:nvPr/>
        </p:nvSpPr>
        <p:spPr>
          <a:xfrm>
            <a:off x="16989650" y="4197778"/>
            <a:ext cx="6844902" cy="216982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7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Talent reviews  </a:t>
            </a:r>
          </a:p>
          <a:p>
            <a:pPr marL="457200" indent="-457200">
              <a:buFont typeface="Arial"/>
              <a:buChar char="•"/>
            </a:pPr>
            <a:r>
              <a:rPr sz="27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Succession planning</a:t>
            </a:r>
          </a:p>
          <a:p>
            <a:pPr marL="457200" indent="-457200">
              <a:buFont typeface="Arial"/>
              <a:buChar char="•"/>
            </a:pPr>
            <a:r>
              <a:rPr sz="27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High-potential and critical-talent identification</a:t>
            </a:r>
          </a:p>
          <a:p>
            <a:pPr marL="457200" indent="-457200">
              <a:buFont typeface="Arial"/>
              <a:buChar char="•"/>
            </a:pPr>
            <a:endParaRPr sz="2700" spc="-30">
              <a:solidFill>
                <a:srgbClr val="00206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C45254-A538-F630-530C-A31508B7B810}"/>
              </a:ext>
            </a:extLst>
          </p:cNvPr>
          <p:cNvSpPr>
            <a:spLocks noGrp="1"/>
          </p:cNvSpPr>
          <p:nvPr/>
        </p:nvSpPr>
        <p:spPr>
          <a:xfrm>
            <a:off x="18033030" y="7454708"/>
            <a:ext cx="5801522" cy="133882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7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Succession planning</a:t>
            </a:r>
          </a:p>
          <a:p>
            <a:pPr marL="457200" indent="-457200">
              <a:buFont typeface="Arial"/>
              <a:buChar char="•"/>
            </a:pPr>
            <a:r>
              <a:rPr sz="27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Career and internal mobility </a:t>
            </a:r>
          </a:p>
          <a:p>
            <a:pPr marL="457200" indent="-457200">
              <a:buFont typeface="Arial"/>
              <a:buChar char="•"/>
            </a:pPr>
            <a:endParaRPr sz="2700" spc="-30">
              <a:solidFill>
                <a:srgbClr val="00206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A4307C-3581-01C6-C970-727A03E29233}"/>
              </a:ext>
            </a:extLst>
          </p:cNvPr>
          <p:cNvSpPr>
            <a:spLocks noGrp="1"/>
          </p:cNvSpPr>
          <p:nvPr/>
        </p:nvSpPr>
        <p:spPr>
          <a:xfrm>
            <a:off x="17313735" y="10891328"/>
            <a:ext cx="6844902" cy="133882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7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Promotion and readiness assessments </a:t>
            </a:r>
          </a:p>
          <a:p>
            <a:pPr marL="457200" indent="-457200">
              <a:buFont typeface="Arial"/>
              <a:buChar char="•"/>
            </a:pPr>
            <a:endParaRPr sz="2700" spc="-30">
              <a:solidFill>
                <a:srgbClr val="00206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FA41CB-B8DC-AB18-7948-1BCD1C9AFF3A}"/>
              </a:ext>
            </a:extLst>
          </p:cNvPr>
          <p:cNvSpPr>
            <a:spLocks noGrp="1"/>
          </p:cNvSpPr>
          <p:nvPr/>
        </p:nvSpPr>
        <p:spPr>
          <a:xfrm>
            <a:off x="1106041" y="10891328"/>
            <a:ext cx="5880894" cy="133882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7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Employee engagement surveys and action planning</a:t>
            </a:r>
          </a:p>
          <a:p>
            <a:pPr marL="457200" indent="-457200">
              <a:buFont typeface="Arial"/>
              <a:buChar char="•"/>
            </a:pPr>
            <a:endParaRPr sz="2700" spc="-30">
              <a:solidFill>
                <a:srgbClr val="002060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CD4CA6-D63F-FA1F-A0FC-717931E2E9D2}"/>
              </a:ext>
            </a:extLst>
          </p:cNvPr>
          <p:cNvSpPr>
            <a:spLocks noGrp="1"/>
          </p:cNvSpPr>
          <p:nvPr/>
        </p:nvSpPr>
        <p:spPr>
          <a:xfrm>
            <a:off x="1138770" y="7354339"/>
            <a:ext cx="5880894" cy="133882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7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Recognition and reward programmes </a:t>
            </a:r>
          </a:p>
          <a:p>
            <a:pPr marL="457200" indent="-457200">
              <a:buFont typeface="Arial"/>
              <a:buChar char="•"/>
            </a:pPr>
            <a:r>
              <a:rPr sz="27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Retention interventions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E076805-C7E9-07FF-88E6-F17D94242E79}"/>
              </a:ext>
            </a:extLst>
          </p:cNvPr>
          <p:cNvSpPr>
            <a:spLocks noGrp="1"/>
          </p:cNvSpPr>
          <p:nvPr/>
        </p:nvSpPr>
        <p:spPr>
          <a:xfrm>
            <a:off x="1152813" y="4247017"/>
            <a:ext cx="6625185" cy="133882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sz="27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Culture and employee experience initiatives </a:t>
            </a:r>
          </a:p>
          <a:p>
            <a:pPr marL="457200" indent="-457200">
              <a:buFont typeface="Arial"/>
              <a:buChar char="•"/>
            </a:pPr>
            <a:r>
              <a:rPr sz="27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Leadership pipeline development</a:t>
            </a: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336000" y="12573000"/>
            <a:ext cx="3048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71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42">
            <a:extLst>
              <a:ext uri="{FF2B5EF4-FFF2-40B4-BE49-F238E27FC236}">
                <a16:creationId xmlns:a16="http://schemas.microsoft.com/office/drawing/2014/main" id="{6203297A-56DE-B343-A8CD-8982E4CF65AF}"/>
              </a:ext>
            </a:extLst>
          </p:cNvPr>
          <p:cNvSpPr>
            <a:spLocks noGrp="1"/>
          </p:cNvSpPr>
          <p:nvPr/>
        </p:nvSpPr>
        <p:spPr>
          <a:xfrm>
            <a:off x="5888298" y="4984877"/>
            <a:ext cx="2477362" cy="466907"/>
          </a:xfrm>
          <a:custGeom>
            <a:avLst/>
            <a:gdLst>
              <a:gd name="T0" fmla="*/ 186 w 1990"/>
              <a:gd name="T1" fmla="*/ 372 h 373"/>
              <a:gd name="T2" fmla="*/ 1989 w 1990"/>
              <a:gd name="T3" fmla="*/ 372 h 373"/>
              <a:gd name="T4" fmla="*/ 1989 w 1990"/>
              <a:gd name="T5" fmla="*/ 0 h 373"/>
              <a:gd name="T6" fmla="*/ 186 w 1990"/>
              <a:gd name="T7" fmla="*/ 0 h 373"/>
              <a:gd name="T8" fmla="*/ 186 w 1990"/>
              <a:gd name="T9" fmla="*/ 0 h 373"/>
              <a:gd name="T10" fmla="*/ 0 w 1990"/>
              <a:gd name="T11" fmla="*/ 186 h 373"/>
              <a:gd name="T12" fmla="*/ 0 w 1990"/>
              <a:gd name="T13" fmla="*/ 186 h 373"/>
              <a:gd name="T14" fmla="*/ 186 w 1990"/>
              <a:gd name="T15" fmla="*/ 372 h 373"/>
            </a:gdLst>
            <a:ahLst/>
            <a:cxnLst/>
            <a:rect l="0" t="0" r="r" b="b"/>
            <a:pathLst>
              <a:path w="1990" h="373">
                <a:moveTo>
                  <a:pt x="186" y="372"/>
                </a:moveTo>
                <a:lnTo>
                  <a:pt x="1989" y="372"/>
                </a:lnTo>
                <a:lnTo>
                  <a:pt x="1989" y="0"/>
                </a:lnTo>
                <a:lnTo>
                  <a:pt x="186" y="0"/>
                </a:lnTo>
                <a:lnTo>
                  <a:pt x="186" y="0"/>
                </a:lnTo>
                <a:cubicBezTo>
                  <a:pt x="83" y="0"/>
                  <a:pt x="0" y="83"/>
                  <a:pt x="0" y="186"/>
                </a:cubicBezTo>
                <a:lnTo>
                  <a:pt x="0" y="186"/>
                </a:lnTo>
                <a:cubicBezTo>
                  <a:pt x="0" y="289"/>
                  <a:pt x="83" y="372"/>
                  <a:pt x="186" y="372"/>
                </a:cubicBezTo>
              </a:path>
            </a:pathLst>
          </a:custGeom>
          <a:solidFill>
            <a:schemeClr val="bg2"/>
          </a:solidFill>
          <a:ln w="12700">
            <a:solidFill>
              <a:schemeClr val="accent3"/>
            </a:solidFill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5" name="Freeform 251">
            <a:extLst>
              <a:ext uri="{FF2B5EF4-FFF2-40B4-BE49-F238E27FC236}">
                <a16:creationId xmlns:a16="http://schemas.microsoft.com/office/drawing/2014/main" id="{6D802CB5-7428-A945-9958-C0C3182F5BE3}"/>
              </a:ext>
            </a:extLst>
          </p:cNvPr>
          <p:cNvSpPr>
            <a:spLocks noGrp="1"/>
          </p:cNvSpPr>
          <p:nvPr/>
        </p:nvSpPr>
        <p:spPr>
          <a:xfrm>
            <a:off x="6882541" y="6500958"/>
            <a:ext cx="2631171" cy="4053868"/>
          </a:xfrm>
          <a:custGeom>
            <a:avLst/>
            <a:gdLst>
              <a:gd name="T0" fmla="*/ 2113 w 2114"/>
              <a:gd name="T1" fmla="*/ 2167 h 3253"/>
              <a:gd name="T2" fmla="*/ 2113 w 2114"/>
              <a:gd name="T3" fmla="*/ 2167 h 3253"/>
              <a:gd name="T4" fmla="*/ 1781 w 2114"/>
              <a:gd name="T5" fmla="*/ 1829 h 3253"/>
              <a:gd name="T6" fmla="*/ 1781 w 2114"/>
              <a:gd name="T7" fmla="*/ 1829 h 3253"/>
              <a:gd name="T8" fmla="*/ 1547 w 2114"/>
              <a:gd name="T9" fmla="*/ 414 h 3253"/>
              <a:gd name="T10" fmla="*/ 271 w 2114"/>
              <a:gd name="T11" fmla="*/ 0 h 3253"/>
              <a:gd name="T12" fmla="*/ 271 w 2114"/>
              <a:gd name="T13" fmla="*/ 0 h 3253"/>
              <a:gd name="T14" fmla="*/ 696 w 2114"/>
              <a:gd name="T15" fmla="*/ 2617 h 3253"/>
              <a:gd name="T16" fmla="*/ 696 w 2114"/>
              <a:gd name="T17" fmla="*/ 2617 h 3253"/>
              <a:gd name="T18" fmla="*/ 1325 w 2114"/>
              <a:gd name="T19" fmla="*/ 3252 h 3253"/>
              <a:gd name="T20" fmla="*/ 2113 w 2114"/>
              <a:gd name="T21" fmla="*/ 2167 h 3253"/>
            </a:gdLst>
            <a:ahLst/>
            <a:cxnLst/>
            <a:rect l="0" t="0" r="r" b="b"/>
            <a:pathLst>
              <a:path w="2114" h="3253">
                <a:moveTo>
                  <a:pt x="2113" y="2167"/>
                </a:moveTo>
                <a:lnTo>
                  <a:pt x="2113" y="2167"/>
                </a:lnTo>
                <a:cubicBezTo>
                  <a:pt x="1990" y="2073"/>
                  <a:pt x="1877" y="1961"/>
                  <a:pt x="1781" y="1829"/>
                </a:cubicBezTo>
                <a:lnTo>
                  <a:pt x="1781" y="1829"/>
                </a:lnTo>
                <a:cubicBezTo>
                  <a:pt x="1473" y="1404"/>
                  <a:pt x="1403" y="879"/>
                  <a:pt x="1547" y="414"/>
                </a:cubicBezTo>
                <a:lnTo>
                  <a:pt x="271" y="0"/>
                </a:lnTo>
                <a:lnTo>
                  <a:pt x="271" y="0"/>
                </a:lnTo>
                <a:cubicBezTo>
                  <a:pt x="0" y="859"/>
                  <a:pt x="125" y="1832"/>
                  <a:pt x="696" y="2617"/>
                </a:cubicBezTo>
                <a:lnTo>
                  <a:pt x="696" y="2617"/>
                </a:lnTo>
                <a:cubicBezTo>
                  <a:pt x="878" y="2867"/>
                  <a:pt x="1090" y="3078"/>
                  <a:pt x="1325" y="3252"/>
                </a:cubicBezTo>
                <a:lnTo>
                  <a:pt x="2113" y="2167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6" name="Freeform 252">
            <a:extLst>
              <a:ext uri="{FF2B5EF4-FFF2-40B4-BE49-F238E27FC236}">
                <a16:creationId xmlns:a16="http://schemas.microsoft.com/office/drawing/2014/main" id="{77A04033-FDD9-DE4F-A853-F5194E3D9D48}"/>
              </a:ext>
            </a:extLst>
          </p:cNvPr>
          <p:cNvSpPr>
            <a:spLocks noGrp="1"/>
          </p:cNvSpPr>
          <p:nvPr/>
        </p:nvSpPr>
        <p:spPr>
          <a:xfrm>
            <a:off x="7239587" y="3941198"/>
            <a:ext cx="3444139" cy="3015681"/>
          </a:xfrm>
          <a:custGeom>
            <a:avLst/>
            <a:gdLst>
              <a:gd name="T0" fmla="*/ 2765 w 2766"/>
              <a:gd name="T1" fmla="*/ 0 h 2421"/>
              <a:gd name="T2" fmla="*/ 2765 w 2766"/>
              <a:gd name="T3" fmla="*/ 0 h 2421"/>
              <a:gd name="T4" fmla="*/ 1060 w 2766"/>
              <a:gd name="T5" fmla="*/ 563 h 2421"/>
              <a:gd name="T6" fmla="*/ 1060 w 2766"/>
              <a:gd name="T7" fmla="*/ 563 h 2421"/>
              <a:gd name="T8" fmla="*/ 0 w 2766"/>
              <a:gd name="T9" fmla="*/ 2007 h 2421"/>
              <a:gd name="T10" fmla="*/ 1276 w 2766"/>
              <a:gd name="T11" fmla="*/ 2420 h 2421"/>
              <a:gd name="T12" fmla="*/ 1276 w 2766"/>
              <a:gd name="T13" fmla="*/ 2420 h 2421"/>
              <a:gd name="T14" fmla="*/ 1849 w 2766"/>
              <a:gd name="T15" fmla="*/ 1648 h 2421"/>
              <a:gd name="T16" fmla="*/ 1849 w 2766"/>
              <a:gd name="T17" fmla="*/ 1648 h 2421"/>
              <a:gd name="T18" fmla="*/ 2765 w 2766"/>
              <a:gd name="T19" fmla="*/ 1342 h 2421"/>
              <a:gd name="T20" fmla="*/ 2765 w 2766"/>
              <a:gd name="T21" fmla="*/ 0 h 2421"/>
            </a:gdLst>
            <a:ahLst/>
            <a:cxnLst/>
            <a:rect l="0" t="0" r="r" b="b"/>
            <a:pathLst>
              <a:path w="2766" h="2421">
                <a:moveTo>
                  <a:pt x="2765" y="0"/>
                </a:moveTo>
                <a:lnTo>
                  <a:pt x="2765" y="0"/>
                </a:lnTo>
                <a:cubicBezTo>
                  <a:pt x="2173" y="5"/>
                  <a:pt x="1576" y="188"/>
                  <a:pt x="1060" y="563"/>
                </a:cubicBezTo>
                <a:lnTo>
                  <a:pt x="1060" y="563"/>
                </a:lnTo>
                <a:cubicBezTo>
                  <a:pt x="545" y="937"/>
                  <a:pt x="188" y="1447"/>
                  <a:pt x="0" y="2007"/>
                </a:cubicBezTo>
                <a:lnTo>
                  <a:pt x="1276" y="2420"/>
                </a:lnTo>
                <a:lnTo>
                  <a:pt x="1276" y="2420"/>
                </a:lnTo>
                <a:cubicBezTo>
                  <a:pt x="1379" y="2121"/>
                  <a:pt x="1573" y="1849"/>
                  <a:pt x="1849" y="1648"/>
                </a:cubicBezTo>
                <a:lnTo>
                  <a:pt x="1849" y="1648"/>
                </a:lnTo>
                <a:cubicBezTo>
                  <a:pt x="2126" y="1446"/>
                  <a:pt x="2447" y="1347"/>
                  <a:pt x="2765" y="1342"/>
                </a:cubicBezTo>
                <a:lnTo>
                  <a:pt x="2765" y="0"/>
                </a:ln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7" name="Freeform 253">
            <a:extLst>
              <a:ext uri="{FF2B5EF4-FFF2-40B4-BE49-F238E27FC236}">
                <a16:creationId xmlns:a16="http://schemas.microsoft.com/office/drawing/2014/main" id="{A5E533D9-0AAF-5C48-9A1C-CE8CB7FFD619}"/>
              </a:ext>
            </a:extLst>
          </p:cNvPr>
          <p:cNvSpPr>
            <a:spLocks noGrp="1"/>
          </p:cNvSpPr>
          <p:nvPr/>
        </p:nvSpPr>
        <p:spPr>
          <a:xfrm>
            <a:off x="8585382" y="6500954"/>
            <a:ext cx="6091790" cy="5026135"/>
          </a:xfrm>
          <a:custGeom>
            <a:avLst/>
            <a:gdLst>
              <a:gd name="T0" fmla="*/ 4517 w 4891"/>
              <a:gd name="T1" fmla="*/ 0 h 4035"/>
              <a:gd name="T2" fmla="*/ 3242 w 4891"/>
              <a:gd name="T3" fmla="*/ 414 h 4035"/>
              <a:gd name="T4" fmla="*/ 3242 w 4891"/>
              <a:gd name="T5" fmla="*/ 414 h 4035"/>
              <a:gd name="T6" fmla="*/ 2654 w 4891"/>
              <a:gd name="T7" fmla="*/ 2184 h 4035"/>
              <a:gd name="T8" fmla="*/ 2654 w 4891"/>
              <a:gd name="T9" fmla="*/ 2184 h 4035"/>
              <a:gd name="T10" fmla="*/ 789 w 4891"/>
              <a:gd name="T11" fmla="*/ 2198 h 4035"/>
              <a:gd name="T12" fmla="*/ 0 w 4891"/>
              <a:gd name="T13" fmla="*/ 3283 h 4035"/>
              <a:gd name="T14" fmla="*/ 0 w 4891"/>
              <a:gd name="T15" fmla="*/ 3283 h 4035"/>
              <a:gd name="T16" fmla="*/ 3441 w 4891"/>
              <a:gd name="T17" fmla="*/ 3269 h 4035"/>
              <a:gd name="T18" fmla="*/ 3441 w 4891"/>
              <a:gd name="T19" fmla="*/ 3269 h 4035"/>
              <a:gd name="T20" fmla="*/ 4517 w 4891"/>
              <a:gd name="T21" fmla="*/ 0 h 4035"/>
            </a:gdLst>
            <a:ahLst/>
            <a:cxnLst/>
            <a:rect l="0" t="0" r="r" b="b"/>
            <a:pathLst>
              <a:path w="4891" h="4035">
                <a:moveTo>
                  <a:pt x="4517" y="0"/>
                </a:moveTo>
                <a:lnTo>
                  <a:pt x="3242" y="414"/>
                </a:lnTo>
                <a:lnTo>
                  <a:pt x="3242" y="414"/>
                </a:lnTo>
                <a:cubicBezTo>
                  <a:pt x="3439" y="1051"/>
                  <a:pt x="3222" y="1770"/>
                  <a:pt x="2654" y="2184"/>
                </a:cubicBezTo>
                <a:lnTo>
                  <a:pt x="2654" y="2184"/>
                </a:lnTo>
                <a:cubicBezTo>
                  <a:pt x="2084" y="2598"/>
                  <a:pt x="1334" y="2582"/>
                  <a:pt x="789" y="2198"/>
                </a:cubicBezTo>
                <a:lnTo>
                  <a:pt x="0" y="3283"/>
                </a:lnTo>
                <a:lnTo>
                  <a:pt x="0" y="3283"/>
                </a:lnTo>
                <a:cubicBezTo>
                  <a:pt x="1002" y="4000"/>
                  <a:pt x="2390" y="4034"/>
                  <a:pt x="3441" y="3269"/>
                </a:cubicBezTo>
                <a:lnTo>
                  <a:pt x="3441" y="3269"/>
                </a:lnTo>
                <a:cubicBezTo>
                  <a:pt x="4493" y="2505"/>
                  <a:pt x="4890" y="1175"/>
                  <a:pt x="4517" y="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8" name="Freeform 254">
            <a:extLst>
              <a:ext uri="{FF2B5EF4-FFF2-40B4-BE49-F238E27FC236}">
                <a16:creationId xmlns:a16="http://schemas.microsoft.com/office/drawing/2014/main" id="{C43AF62F-3B2D-4648-976A-52C62472CD23}"/>
              </a:ext>
            </a:extLst>
          </p:cNvPr>
          <p:cNvSpPr>
            <a:spLocks noGrp="1"/>
          </p:cNvSpPr>
          <p:nvPr/>
        </p:nvSpPr>
        <p:spPr>
          <a:xfrm>
            <a:off x="12622776" y="6500958"/>
            <a:ext cx="4839372" cy="3147514"/>
          </a:xfrm>
          <a:custGeom>
            <a:avLst/>
            <a:gdLst>
              <a:gd name="T0" fmla="*/ 2793 w 3885"/>
              <a:gd name="T1" fmla="*/ 1085 h 2526"/>
              <a:gd name="T2" fmla="*/ 2793 w 3885"/>
              <a:gd name="T3" fmla="*/ 1085 h 2526"/>
              <a:gd name="T4" fmla="*/ 1497 w 3885"/>
              <a:gd name="T5" fmla="*/ 424 h 2526"/>
              <a:gd name="T6" fmla="*/ 1497 w 3885"/>
              <a:gd name="T7" fmla="*/ 424 h 2526"/>
              <a:gd name="T8" fmla="*/ 1276 w 3885"/>
              <a:gd name="T9" fmla="*/ 0 h 2526"/>
              <a:gd name="T10" fmla="*/ 0 w 3885"/>
              <a:gd name="T11" fmla="*/ 414 h 2526"/>
              <a:gd name="T12" fmla="*/ 0 w 3885"/>
              <a:gd name="T13" fmla="*/ 414 h 2526"/>
              <a:gd name="T14" fmla="*/ 411 w 3885"/>
              <a:gd name="T15" fmla="*/ 1213 h 2526"/>
              <a:gd name="T16" fmla="*/ 411 w 3885"/>
              <a:gd name="T17" fmla="*/ 1213 h 2526"/>
              <a:gd name="T18" fmla="*/ 2793 w 3885"/>
              <a:gd name="T19" fmla="*/ 2427 h 2526"/>
              <a:gd name="T20" fmla="*/ 3342 w 3885"/>
              <a:gd name="T21" fmla="*/ 2427 h 2526"/>
              <a:gd name="T22" fmla="*/ 3342 w 3885"/>
              <a:gd name="T23" fmla="*/ 2525 h 2526"/>
              <a:gd name="T24" fmla="*/ 3884 w 3885"/>
              <a:gd name="T25" fmla="*/ 1756 h 2526"/>
              <a:gd name="T26" fmla="*/ 3342 w 3885"/>
              <a:gd name="T27" fmla="*/ 986 h 2526"/>
              <a:gd name="T28" fmla="*/ 3342 w 3885"/>
              <a:gd name="T29" fmla="*/ 1085 h 2526"/>
              <a:gd name="T30" fmla="*/ 2793 w 3885"/>
              <a:gd name="T31" fmla="*/ 1085 h 2526"/>
            </a:gdLst>
            <a:ahLst/>
            <a:cxnLst/>
            <a:rect l="0" t="0" r="r" b="b"/>
            <a:pathLst>
              <a:path w="3885" h="2526">
                <a:moveTo>
                  <a:pt x="2793" y="1085"/>
                </a:moveTo>
                <a:lnTo>
                  <a:pt x="2793" y="1085"/>
                </a:lnTo>
                <a:cubicBezTo>
                  <a:pt x="2298" y="1085"/>
                  <a:pt x="1810" y="855"/>
                  <a:pt x="1497" y="424"/>
                </a:cubicBezTo>
                <a:lnTo>
                  <a:pt x="1497" y="424"/>
                </a:lnTo>
                <a:cubicBezTo>
                  <a:pt x="1400" y="291"/>
                  <a:pt x="1326" y="149"/>
                  <a:pt x="1276" y="0"/>
                </a:cubicBezTo>
                <a:lnTo>
                  <a:pt x="0" y="414"/>
                </a:lnTo>
                <a:lnTo>
                  <a:pt x="0" y="414"/>
                </a:lnTo>
                <a:cubicBezTo>
                  <a:pt x="93" y="693"/>
                  <a:pt x="229" y="962"/>
                  <a:pt x="411" y="1213"/>
                </a:cubicBezTo>
                <a:lnTo>
                  <a:pt x="411" y="1213"/>
                </a:lnTo>
                <a:cubicBezTo>
                  <a:pt x="987" y="2005"/>
                  <a:pt x="1883" y="2425"/>
                  <a:pt x="2793" y="2427"/>
                </a:cubicBezTo>
                <a:lnTo>
                  <a:pt x="3342" y="2427"/>
                </a:lnTo>
                <a:lnTo>
                  <a:pt x="3342" y="2525"/>
                </a:lnTo>
                <a:lnTo>
                  <a:pt x="3884" y="1756"/>
                </a:lnTo>
                <a:lnTo>
                  <a:pt x="3342" y="986"/>
                </a:lnTo>
                <a:lnTo>
                  <a:pt x="3342" y="1085"/>
                </a:lnTo>
                <a:lnTo>
                  <a:pt x="2793" y="1085"/>
                </a:ln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29" name="Freeform 255">
            <a:extLst>
              <a:ext uri="{FF2B5EF4-FFF2-40B4-BE49-F238E27FC236}">
                <a16:creationId xmlns:a16="http://schemas.microsoft.com/office/drawing/2014/main" id="{820595F8-82BB-D843-8E29-2BF53E7847C9}"/>
              </a:ext>
            </a:extLst>
          </p:cNvPr>
          <p:cNvSpPr>
            <a:spLocks noGrp="1"/>
          </p:cNvSpPr>
          <p:nvPr/>
        </p:nvSpPr>
        <p:spPr>
          <a:xfrm>
            <a:off x="10749646" y="3941198"/>
            <a:ext cx="3444142" cy="3015681"/>
          </a:xfrm>
          <a:custGeom>
            <a:avLst/>
            <a:gdLst>
              <a:gd name="T0" fmla="*/ 1270 w 2765"/>
              <a:gd name="T1" fmla="*/ 2002 h 2421"/>
              <a:gd name="T2" fmla="*/ 1270 w 2765"/>
              <a:gd name="T3" fmla="*/ 2002 h 2421"/>
              <a:gd name="T4" fmla="*/ 1489 w 2765"/>
              <a:gd name="T5" fmla="*/ 2420 h 2421"/>
              <a:gd name="T6" fmla="*/ 2764 w 2765"/>
              <a:gd name="T7" fmla="*/ 2007 h 2421"/>
              <a:gd name="T8" fmla="*/ 2764 w 2765"/>
              <a:gd name="T9" fmla="*/ 2007 h 2421"/>
              <a:gd name="T10" fmla="*/ 2355 w 2765"/>
              <a:gd name="T11" fmla="*/ 1214 h 2421"/>
              <a:gd name="T12" fmla="*/ 2355 w 2765"/>
              <a:gd name="T13" fmla="*/ 1214 h 2421"/>
              <a:gd name="T14" fmla="*/ 0 w 2765"/>
              <a:gd name="T15" fmla="*/ 0 h 2421"/>
              <a:gd name="T16" fmla="*/ 0 w 2765"/>
              <a:gd name="T17" fmla="*/ 1342 h 2421"/>
              <a:gd name="T18" fmla="*/ 0 w 2765"/>
              <a:gd name="T19" fmla="*/ 1342 h 2421"/>
              <a:gd name="T20" fmla="*/ 1270 w 2765"/>
              <a:gd name="T21" fmla="*/ 2002 h 2421"/>
            </a:gdLst>
            <a:ahLst/>
            <a:cxnLst/>
            <a:rect l="0" t="0" r="r" b="b"/>
            <a:pathLst>
              <a:path w="2765" h="2421">
                <a:moveTo>
                  <a:pt x="1270" y="2002"/>
                </a:moveTo>
                <a:lnTo>
                  <a:pt x="1270" y="2002"/>
                </a:lnTo>
                <a:cubicBezTo>
                  <a:pt x="1365" y="2134"/>
                  <a:pt x="1438" y="2275"/>
                  <a:pt x="1489" y="2420"/>
                </a:cubicBezTo>
                <a:lnTo>
                  <a:pt x="2764" y="2007"/>
                </a:lnTo>
                <a:lnTo>
                  <a:pt x="2764" y="2007"/>
                </a:lnTo>
                <a:cubicBezTo>
                  <a:pt x="2672" y="1730"/>
                  <a:pt x="2536" y="1463"/>
                  <a:pt x="2355" y="1214"/>
                </a:cubicBezTo>
                <a:lnTo>
                  <a:pt x="2355" y="1214"/>
                </a:lnTo>
                <a:cubicBezTo>
                  <a:pt x="1785" y="429"/>
                  <a:pt x="901" y="9"/>
                  <a:pt x="0" y="0"/>
                </a:cubicBezTo>
                <a:lnTo>
                  <a:pt x="0" y="1342"/>
                </a:lnTo>
                <a:lnTo>
                  <a:pt x="0" y="1342"/>
                </a:lnTo>
                <a:cubicBezTo>
                  <a:pt x="486" y="1350"/>
                  <a:pt x="963" y="1578"/>
                  <a:pt x="1270" y="2002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3" name="Freeform 302">
            <a:extLst>
              <a:ext uri="{FF2B5EF4-FFF2-40B4-BE49-F238E27FC236}">
                <a16:creationId xmlns:a16="http://schemas.microsoft.com/office/drawing/2014/main" id="{01E47391-39D4-AB4B-8E1E-C0918C4B0A66}"/>
              </a:ext>
            </a:extLst>
          </p:cNvPr>
          <p:cNvSpPr>
            <a:spLocks noGrp="1"/>
          </p:cNvSpPr>
          <p:nvPr/>
        </p:nvSpPr>
        <p:spPr>
          <a:xfrm>
            <a:off x="18456388" y="4523458"/>
            <a:ext cx="3905554" cy="2763000"/>
          </a:xfrm>
          <a:custGeom>
            <a:avLst/>
            <a:gdLst>
              <a:gd name="T0" fmla="*/ 2948 w 3134"/>
              <a:gd name="T1" fmla="*/ 0 h 2220"/>
              <a:gd name="T2" fmla="*/ 186 w 3134"/>
              <a:gd name="T3" fmla="*/ 0 h 2220"/>
              <a:gd name="T4" fmla="*/ 186 w 3134"/>
              <a:gd name="T5" fmla="*/ 0 h 2220"/>
              <a:gd name="T6" fmla="*/ 0 w 3134"/>
              <a:gd name="T7" fmla="*/ 186 h 2220"/>
              <a:gd name="T8" fmla="*/ 0 w 3134"/>
              <a:gd name="T9" fmla="*/ 1694 h 2220"/>
              <a:gd name="T10" fmla="*/ 0 w 3134"/>
              <a:gd name="T11" fmla="*/ 1694 h 2220"/>
              <a:gd name="T12" fmla="*/ 186 w 3134"/>
              <a:gd name="T13" fmla="*/ 1880 h 2220"/>
              <a:gd name="T14" fmla="*/ 1342 w 3134"/>
              <a:gd name="T15" fmla="*/ 1880 h 2220"/>
              <a:gd name="T16" fmla="*/ 1514 w 3134"/>
              <a:gd name="T17" fmla="*/ 2178 h 2220"/>
              <a:gd name="T18" fmla="*/ 1514 w 3134"/>
              <a:gd name="T19" fmla="*/ 2178 h 2220"/>
              <a:gd name="T20" fmla="*/ 1620 w 3134"/>
              <a:gd name="T21" fmla="*/ 2178 h 2220"/>
              <a:gd name="T22" fmla="*/ 1792 w 3134"/>
              <a:gd name="T23" fmla="*/ 1880 h 2220"/>
              <a:gd name="T24" fmla="*/ 2948 w 3134"/>
              <a:gd name="T25" fmla="*/ 1880 h 2220"/>
              <a:gd name="T26" fmla="*/ 2948 w 3134"/>
              <a:gd name="T27" fmla="*/ 1880 h 2220"/>
              <a:gd name="T28" fmla="*/ 3133 w 3134"/>
              <a:gd name="T29" fmla="*/ 1694 h 2220"/>
              <a:gd name="T30" fmla="*/ 3133 w 3134"/>
              <a:gd name="T31" fmla="*/ 186 h 2220"/>
              <a:gd name="T32" fmla="*/ 3133 w 3134"/>
              <a:gd name="T33" fmla="*/ 186 h 2220"/>
              <a:gd name="T34" fmla="*/ 2948 w 3134"/>
              <a:gd name="T35" fmla="*/ 0 h 2220"/>
            </a:gdLst>
            <a:ahLst/>
            <a:cxnLst/>
            <a:rect l="0" t="0" r="r" b="b"/>
            <a:pathLst>
              <a:path w="3134" h="2220">
                <a:moveTo>
                  <a:pt x="2948" y="0"/>
                </a:moveTo>
                <a:lnTo>
                  <a:pt x="186" y="0"/>
                </a:lnTo>
                <a:lnTo>
                  <a:pt x="186" y="0"/>
                </a:lnTo>
                <a:cubicBezTo>
                  <a:pt x="83" y="0"/>
                  <a:pt x="0" y="84"/>
                  <a:pt x="0" y="186"/>
                </a:cubicBezTo>
                <a:lnTo>
                  <a:pt x="0" y="1694"/>
                </a:lnTo>
                <a:lnTo>
                  <a:pt x="0" y="1694"/>
                </a:lnTo>
                <a:cubicBezTo>
                  <a:pt x="0" y="1797"/>
                  <a:pt x="83" y="1880"/>
                  <a:pt x="186" y="1880"/>
                </a:cubicBezTo>
                <a:lnTo>
                  <a:pt x="1342" y="1880"/>
                </a:lnTo>
                <a:lnTo>
                  <a:pt x="1514" y="2178"/>
                </a:lnTo>
                <a:lnTo>
                  <a:pt x="1514" y="2178"/>
                </a:lnTo>
                <a:cubicBezTo>
                  <a:pt x="1538" y="2219"/>
                  <a:pt x="1596" y="2219"/>
                  <a:pt x="1620" y="2178"/>
                </a:cubicBezTo>
                <a:lnTo>
                  <a:pt x="1792" y="1880"/>
                </a:lnTo>
                <a:lnTo>
                  <a:pt x="2948" y="1880"/>
                </a:lnTo>
                <a:lnTo>
                  <a:pt x="2948" y="1880"/>
                </a:lnTo>
                <a:cubicBezTo>
                  <a:pt x="3050" y="1880"/>
                  <a:pt x="3133" y="1797"/>
                  <a:pt x="3133" y="1694"/>
                </a:cubicBezTo>
                <a:lnTo>
                  <a:pt x="3133" y="186"/>
                </a:lnTo>
                <a:lnTo>
                  <a:pt x="3133" y="186"/>
                </a:lnTo>
                <a:cubicBezTo>
                  <a:pt x="3133" y="84"/>
                  <a:pt x="3050" y="0"/>
                  <a:pt x="2948" y="0"/>
                </a:cubicBezTo>
              </a:path>
            </a:pathLst>
          </a:custGeom>
          <a:solidFill>
            <a:schemeClr val="bg2"/>
          </a:solidFill>
          <a:ln w="25400">
            <a:solidFill>
              <a:schemeClr val="accent5"/>
            </a:solidFill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D00F6F2C-75B0-4647-A689-B7B3FAA63343}"/>
              </a:ext>
            </a:extLst>
          </p:cNvPr>
          <p:cNvSpPr>
            <a:spLocks noGrp="1"/>
          </p:cNvSpPr>
          <p:nvPr/>
        </p:nvSpPr>
        <p:spPr>
          <a:xfrm>
            <a:off x="20999672" y="5056285"/>
            <a:ext cx="537074" cy="1278632"/>
          </a:xfrm>
          <a:custGeom>
            <a:avLst/>
            <a:gdLst>
              <a:gd name="connsiteX0" fmla="*/ 223780 w 537074"/>
              <a:gd name="connsiteY0" fmla="*/ 246670 h 1278632"/>
              <a:gd name="connsiteX1" fmla="*/ 307078 w 537074"/>
              <a:gd name="connsiteY1" fmla="*/ 246670 h 1278632"/>
              <a:gd name="connsiteX2" fmla="*/ 401562 w 537074"/>
              <a:gd name="connsiteY2" fmla="*/ 274056 h 1278632"/>
              <a:gd name="connsiteX3" fmla="*/ 498534 w 537074"/>
              <a:gd name="connsiteY3" fmla="*/ 378621 h 1278632"/>
              <a:gd name="connsiteX4" fmla="*/ 530858 w 537074"/>
              <a:gd name="connsiteY4" fmla="*/ 462025 h 1278632"/>
              <a:gd name="connsiteX5" fmla="*/ 537074 w 537074"/>
              <a:gd name="connsiteY5" fmla="*/ 566590 h 1278632"/>
              <a:gd name="connsiteX6" fmla="*/ 537074 w 537074"/>
              <a:gd name="connsiteY6" fmla="*/ 641280 h 1278632"/>
              <a:gd name="connsiteX7" fmla="*/ 507238 w 537074"/>
              <a:gd name="connsiteY7" fmla="*/ 689829 h 1278632"/>
              <a:gd name="connsiteX8" fmla="*/ 484860 w 537074"/>
              <a:gd name="connsiteY8" fmla="*/ 694808 h 1278632"/>
              <a:gd name="connsiteX9" fmla="*/ 473670 w 537074"/>
              <a:gd name="connsiteY9" fmla="*/ 693563 h 1278632"/>
              <a:gd name="connsiteX10" fmla="*/ 433886 w 537074"/>
              <a:gd name="connsiteY10" fmla="*/ 654973 h 1278632"/>
              <a:gd name="connsiteX11" fmla="*/ 432644 w 537074"/>
              <a:gd name="connsiteY11" fmla="*/ 641280 h 1278632"/>
              <a:gd name="connsiteX12" fmla="*/ 432644 w 537074"/>
              <a:gd name="connsiteY12" fmla="*/ 559122 h 1278632"/>
              <a:gd name="connsiteX13" fmla="*/ 425184 w 537074"/>
              <a:gd name="connsiteY13" fmla="*/ 488166 h 1278632"/>
              <a:gd name="connsiteX14" fmla="*/ 401562 w 537074"/>
              <a:gd name="connsiteY14" fmla="*/ 422190 h 1278632"/>
              <a:gd name="connsiteX15" fmla="*/ 401562 w 537074"/>
              <a:gd name="connsiteY15" fmla="*/ 585263 h 1278632"/>
              <a:gd name="connsiteX16" fmla="*/ 401562 w 537074"/>
              <a:gd name="connsiteY16" fmla="*/ 657463 h 1278632"/>
              <a:gd name="connsiteX17" fmla="*/ 402806 w 537074"/>
              <a:gd name="connsiteY17" fmla="*/ 708501 h 1278632"/>
              <a:gd name="connsiteX18" fmla="*/ 404050 w 537074"/>
              <a:gd name="connsiteY18" fmla="*/ 753315 h 1278632"/>
              <a:gd name="connsiteX19" fmla="*/ 404050 w 537074"/>
              <a:gd name="connsiteY19" fmla="*/ 757049 h 1278632"/>
              <a:gd name="connsiteX20" fmla="*/ 404050 w 537074"/>
              <a:gd name="connsiteY20" fmla="*/ 790660 h 1278632"/>
              <a:gd name="connsiteX21" fmla="*/ 404050 w 537074"/>
              <a:gd name="connsiteY21" fmla="*/ 1216391 h 1278632"/>
              <a:gd name="connsiteX22" fmla="*/ 340644 w 537074"/>
              <a:gd name="connsiteY22" fmla="*/ 1278632 h 1278632"/>
              <a:gd name="connsiteX23" fmla="*/ 278482 w 537074"/>
              <a:gd name="connsiteY23" fmla="*/ 1216391 h 1278632"/>
              <a:gd name="connsiteX24" fmla="*/ 278482 w 537074"/>
              <a:gd name="connsiteY24" fmla="*/ 790660 h 1278632"/>
              <a:gd name="connsiteX25" fmla="*/ 261078 w 537074"/>
              <a:gd name="connsiteY25" fmla="*/ 790660 h 1278632"/>
              <a:gd name="connsiteX26" fmla="*/ 261078 w 537074"/>
              <a:gd name="connsiteY26" fmla="*/ 1216391 h 1278632"/>
              <a:gd name="connsiteX27" fmla="*/ 197672 w 537074"/>
              <a:gd name="connsiteY27" fmla="*/ 1278632 h 1278632"/>
              <a:gd name="connsiteX28" fmla="*/ 136754 w 537074"/>
              <a:gd name="connsiteY28" fmla="*/ 1216391 h 1278632"/>
              <a:gd name="connsiteX29" fmla="*/ 136754 w 537074"/>
              <a:gd name="connsiteY29" fmla="*/ 790660 h 1278632"/>
              <a:gd name="connsiteX30" fmla="*/ 135512 w 537074"/>
              <a:gd name="connsiteY30" fmla="*/ 790660 h 1278632"/>
              <a:gd name="connsiteX31" fmla="*/ 135512 w 537074"/>
              <a:gd name="connsiteY31" fmla="*/ 672401 h 1278632"/>
              <a:gd name="connsiteX32" fmla="*/ 135512 w 537074"/>
              <a:gd name="connsiteY32" fmla="*/ 668666 h 1278632"/>
              <a:gd name="connsiteX33" fmla="*/ 135512 w 537074"/>
              <a:gd name="connsiteY33" fmla="*/ 659953 h 1278632"/>
              <a:gd name="connsiteX34" fmla="*/ 135512 w 537074"/>
              <a:gd name="connsiteY34" fmla="*/ 606425 h 1278632"/>
              <a:gd name="connsiteX35" fmla="*/ 136754 w 537074"/>
              <a:gd name="connsiteY35" fmla="*/ 606425 h 1278632"/>
              <a:gd name="connsiteX36" fmla="*/ 136754 w 537074"/>
              <a:gd name="connsiteY36" fmla="*/ 424680 h 1278632"/>
              <a:gd name="connsiteX37" fmla="*/ 111890 w 537074"/>
              <a:gd name="connsiteY37" fmla="*/ 489411 h 1278632"/>
              <a:gd name="connsiteX38" fmla="*/ 105674 w 537074"/>
              <a:gd name="connsiteY38" fmla="*/ 561611 h 1278632"/>
              <a:gd name="connsiteX39" fmla="*/ 105674 w 537074"/>
              <a:gd name="connsiteY39" fmla="*/ 645015 h 1278632"/>
              <a:gd name="connsiteX40" fmla="*/ 103188 w 537074"/>
              <a:gd name="connsiteY40" fmla="*/ 657463 h 1278632"/>
              <a:gd name="connsiteX41" fmla="*/ 63404 w 537074"/>
              <a:gd name="connsiteY41" fmla="*/ 696053 h 1278632"/>
              <a:gd name="connsiteX42" fmla="*/ 53458 w 537074"/>
              <a:gd name="connsiteY42" fmla="*/ 697297 h 1278632"/>
              <a:gd name="connsiteX43" fmla="*/ 31080 w 537074"/>
              <a:gd name="connsiteY43" fmla="*/ 692318 h 1278632"/>
              <a:gd name="connsiteX44" fmla="*/ 0 w 537074"/>
              <a:gd name="connsiteY44" fmla="*/ 645015 h 1278632"/>
              <a:gd name="connsiteX45" fmla="*/ 0 w 537074"/>
              <a:gd name="connsiteY45" fmla="*/ 567835 h 1278632"/>
              <a:gd name="connsiteX46" fmla="*/ 6216 w 537074"/>
              <a:gd name="connsiteY46" fmla="*/ 464515 h 1278632"/>
              <a:gd name="connsiteX47" fmla="*/ 38540 w 537074"/>
              <a:gd name="connsiteY47" fmla="*/ 382356 h 1278632"/>
              <a:gd name="connsiteX48" fmla="*/ 136754 w 537074"/>
              <a:gd name="connsiteY48" fmla="*/ 276545 h 1278632"/>
              <a:gd name="connsiteX49" fmla="*/ 223780 w 537074"/>
              <a:gd name="connsiteY49" fmla="*/ 246670 h 1278632"/>
              <a:gd name="connsiteX50" fmla="*/ 268540 w 537074"/>
              <a:gd name="connsiteY50" fmla="*/ 0 h 1278632"/>
              <a:gd name="connsiteX51" fmla="*/ 372290 w 537074"/>
              <a:gd name="connsiteY51" fmla="*/ 104368 h 1278632"/>
              <a:gd name="connsiteX52" fmla="*/ 268540 w 537074"/>
              <a:gd name="connsiteY52" fmla="*/ 207494 h 1278632"/>
              <a:gd name="connsiteX53" fmla="*/ 164790 w 537074"/>
              <a:gd name="connsiteY53" fmla="*/ 104368 h 1278632"/>
              <a:gd name="connsiteX54" fmla="*/ 268540 w 537074"/>
              <a:gd name="connsiteY54" fmla="*/ 0 h 1278632"/>
            </a:gdLst>
            <a:ahLst/>
            <a:cxnLst/>
            <a:rect l="l" t="t" r="r" b="b"/>
            <a:pathLst>
              <a:path w="537074" h="1278632">
                <a:moveTo>
                  <a:pt x="223780" y="246670"/>
                </a:moveTo>
                <a:cubicBezTo>
                  <a:pt x="249888" y="241690"/>
                  <a:pt x="279726" y="241690"/>
                  <a:pt x="307078" y="246670"/>
                </a:cubicBezTo>
                <a:cubicBezTo>
                  <a:pt x="343130" y="249159"/>
                  <a:pt x="374212" y="259118"/>
                  <a:pt x="401562" y="274056"/>
                </a:cubicBezTo>
                <a:cubicBezTo>
                  <a:pt x="445076" y="297708"/>
                  <a:pt x="476156" y="335052"/>
                  <a:pt x="498534" y="378621"/>
                </a:cubicBezTo>
                <a:cubicBezTo>
                  <a:pt x="512210" y="404763"/>
                  <a:pt x="523400" y="433394"/>
                  <a:pt x="530858" y="462025"/>
                </a:cubicBezTo>
                <a:cubicBezTo>
                  <a:pt x="530858" y="465759"/>
                  <a:pt x="537074" y="511818"/>
                  <a:pt x="537074" y="566590"/>
                </a:cubicBezTo>
                <a:lnTo>
                  <a:pt x="537074" y="641280"/>
                </a:lnTo>
                <a:cubicBezTo>
                  <a:pt x="537074" y="662442"/>
                  <a:pt x="524642" y="681115"/>
                  <a:pt x="507238" y="689829"/>
                </a:cubicBezTo>
                <a:cubicBezTo>
                  <a:pt x="501022" y="692318"/>
                  <a:pt x="493562" y="694808"/>
                  <a:pt x="484860" y="694808"/>
                </a:cubicBezTo>
                <a:cubicBezTo>
                  <a:pt x="481130" y="694808"/>
                  <a:pt x="477400" y="694808"/>
                  <a:pt x="473670" y="693563"/>
                </a:cubicBezTo>
                <a:cubicBezTo>
                  <a:pt x="453778" y="689829"/>
                  <a:pt x="437616" y="677380"/>
                  <a:pt x="433886" y="654973"/>
                </a:cubicBezTo>
                <a:cubicBezTo>
                  <a:pt x="432644" y="651239"/>
                  <a:pt x="432644" y="646260"/>
                  <a:pt x="432644" y="641280"/>
                </a:cubicBezTo>
                <a:lnTo>
                  <a:pt x="432644" y="559122"/>
                </a:lnTo>
                <a:cubicBezTo>
                  <a:pt x="432644" y="526756"/>
                  <a:pt x="427670" y="500615"/>
                  <a:pt x="425184" y="488166"/>
                </a:cubicBezTo>
                <a:cubicBezTo>
                  <a:pt x="420212" y="464515"/>
                  <a:pt x="412752" y="440863"/>
                  <a:pt x="401562" y="422190"/>
                </a:cubicBezTo>
                <a:lnTo>
                  <a:pt x="401562" y="585263"/>
                </a:lnTo>
                <a:cubicBezTo>
                  <a:pt x="401562" y="608915"/>
                  <a:pt x="401562" y="632566"/>
                  <a:pt x="401562" y="657463"/>
                </a:cubicBezTo>
                <a:lnTo>
                  <a:pt x="402806" y="708501"/>
                </a:lnTo>
                <a:lnTo>
                  <a:pt x="404050" y="753315"/>
                </a:lnTo>
                <a:cubicBezTo>
                  <a:pt x="404050" y="754560"/>
                  <a:pt x="404050" y="755804"/>
                  <a:pt x="404050" y="757049"/>
                </a:cubicBezTo>
                <a:lnTo>
                  <a:pt x="404050" y="790660"/>
                </a:lnTo>
                <a:lnTo>
                  <a:pt x="404050" y="1216391"/>
                </a:lnTo>
                <a:cubicBezTo>
                  <a:pt x="404050" y="1251246"/>
                  <a:pt x="375454" y="1278632"/>
                  <a:pt x="340644" y="1278632"/>
                </a:cubicBezTo>
                <a:cubicBezTo>
                  <a:pt x="307078" y="1278632"/>
                  <a:pt x="278482" y="1251246"/>
                  <a:pt x="278482" y="1216391"/>
                </a:cubicBezTo>
                <a:lnTo>
                  <a:pt x="278482" y="790660"/>
                </a:lnTo>
                <a:cubicBezTo>
                  <a:pt x="272266" y="790660"/>
                  <a:pt x="267294" y="790660"/>
                  <a:pt x="261078" y="790660"/>
                </a:cubicBezTo>
                <a:lnTo>
                  <a:pt x="261078" y="1216391"/>
                </a:lnTo>
                <a:cubicBezTo>
                  <a:pt x="261078" y="1251246"/>
                  <a:pt x="232484" y="1278632"/>
                  <a:pt x="197672" y="1278632"/>
                </a:cubicBezTo>
                <a:cubicBezTo>
                  <a:pt x="164106" y="1278632"/>
                  <a:pt x="136754" y="1251246"/>
                  <a:pt x="136754" y="1216391"/>
                </a:cubicBezTo>
                <a:lnTo>
                  <a:pt x="136754" y="790660"/>
                </a:lnTo>
                <a:lnTo>
                  <a:pt x="135512" y="790660"/>
                </a:lnTo>
                <a:cubicBezTo>
                  <a:pt x="135512" y="750825"/>
                  <a:pt x="135512" y="710991"/>
                  <a:pt x="135512" y="672401"/>
                </a:cubicBezTo>
                <a:cubicBezTo>
                  <a:pt x="135512" y="671156"/>
                  <a:pt x="135512" y="669911"/>
                  <a:pt x="135512" y="668666"/>
                </a:cubicBezTo>
                <a:cubicBezTo>
                  <a:pt x="135512" y="666177"/>
                  <a:pt x="135512" y="663687"/>
                  <a:pt x="135512" y="659953"/>
                </a:cubicBezTo>
                <a:lnTo>
                  <a:pt x="135512" y="606425"/>
                </a:lnTo>
                <a:lnTo>
                  <a:pt x="136754" y="606425"/>
                </a:lnTo>
                <a:lnTo>
                  <a:pt x="136754" y="424680"/>
                </a:lnTo>
                <a:cubicBezTo>
                  <a:pt x="125566" y="443352"/>
                  <a:pt x="118106" y="467004"/>
                  <a:pt x="111890" y="489411"/>
                </a:cubicBezTo>
                <a:cubicBezTo>
                  <a:pt x="110646" y="501859"/>
                  <a:pt x="105674" y="529246"/>
                  <a:pt x="105674" y="561611"/>
                </a:cubicBezTo>
                <a:lnTo>
                  <a:pt x="105674" y="645015"/>
                </a:lnTo>
                <a:cubicBezTo>
                  <a:pt x="105674" y="648749"/>
                  <a:pt x="104430" y="653728"/>
                  <a:pt x="103188" y="657463"/>
                </a:cubicBezTo>
                <a:cubicBezTo>
                  <a:pt x="99458" y="681115"/>
                  <a:pt x="83296" y="692318"/>
                  <a:pt x="63404" y="696053"/>
                </a:cubicBezTo>
                <a:cubicBezTo>
                  <a:pt x="60918" y="696053"/>
                  <a:pt x="55944" y="697297"/>
                  <a:pt x="53458" y="697297"/>
                </a:cubicBezTo>
                <a:cubicBezTo>
                  <a:pt x="44756" y="697297"/>
                  <a:pt x="37296" y="694808"/>
                  <a:pt x="31080" y="692318"/>
                </a:cubicBezTo>
                <a:cubicBezTo>
                  <a:pt x="12432" y="683604"/>
                  <a:pt x="0" y="664932"/>
                  <a:pt x="0" y="645015"/>
                </a:cubicBezTo>
                <a:lnTo>
                  <a:pt x="0" y="567835"/>
                </a:lnTo>
                <a:cubicBezTo>
                  <a:pt x="0" y="514308"/>
                  <a:pt x="6216" y="468249"/>
                  <a:pt x="6216" y="464515"/>
                </a:cubicBezTo>
                <a:cubicBezTo>
                  <a:pt x="13674" y="435883"/>
                  <a:pt x="24864" y="408497"/>
                  <a:pt x="38540" y="382356"/>
                </a:cubicBezTo>
                <a:cubicBezTo>
                  <a:pt x="60918" y="337542"/>
                  <a:pt x="93242" y="300197"/>
                  <a:pt x="136754" y="276545"/>
                </a:cubicBezTo>
                <a:cubicBezTo>
                  <a:pt x="161620" y="261608"/>
                  <a:pt x="190214" y="251649"/>
                  <a:pt x="223780" y="246670"/>
                </a:cubicBezTo>
                <a:close/>
                <a:moveTo>
                  <a:pt x="268540" y="0"/>
                </a:moveTo>
                <a:cubicBezTo>
                  <a:pt x="326592" y="0"/>
                  <a:pt x="372290" y="45972"/>
                  <a:pt x="372290" y="104368"/>
                </a:cubicBezTo>
                <a:cubicBezTo>
                  <a:pt x="372290" y="161522"/>
                  <a:pt x="326592" y="207494"/>
                  <a:pt x="268540" y="207494"/>
                </a:cubicBezTo>
                <a:cubicBezTo>
                  <a:pt x="211724" y="207494"/>
                  <a:pt x="164790" y="161522"/>
                  <a:pt x="164790" y="104368"/>
                </a:cubicBezTo>
                <a:cubicBezTo>
                  <a:pt x="164790" y="45972"/>
                  <a:pt x="211724" y="0"/>
                  <a:pt x="26854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square" anchor="ctr">
            <a:noAutofit/>
          </a:bodyPr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ABB0688A-B373-E540-B5D3-03E6298C4DD3}"/>
              </a:ext>
            </a:extLst>
          </p:cNvPr>
          <p:cNvSpPr>
            <a:spLocks noGrp="1"/>
          </p:cNvSpPr>
          <p:nvPr/>
        </p:nvSpPr>
        <p:spPr>
          <a:xfrm>
            <a:off x="20137264" y="5056285"/>
            <a:ext cx="537076" cy="1278632"/>
          </a:xfrm>
          <a:custGeom>
            <a:avLst/>
            <a:gdLst>
              <a:gd name="connsiteX0" fmla="*/ 222538 w 537076"/>
              <a:gd name="connsiteY0" fmla="*/ 246670 h 1278632"/>
              <a:gd name="connsiteX1" fmla="*/ 307078 w 537076"/>
              <a:gd name="connsiteY1" fmla="*/ 246670 h 1278632"/>
              <a:gd name="connsiteX2" fmla="*/ 401564 w 537076"/>
              <a:gd name="connsiteY2" fmla="*/ 274056 h 1278632"/>
              <a:gd name="connsiteX3" fmla="*/ 499778 w 537076"/>
              <a:gd name="connsiteY3" fmla="*/ 378621 h 1278632"/>
              <a:gd name="connsiteX4" fmla="*/ 530860 w 537076"/>
              <a:gd name="connsiteY4" fmla="*/ 462025 h 1278632"/>
              <a:gd name="connsiteX5" fmla="*/ 537076 w 537076"/>
              <a:gd name="connsiteY5" fmla="*/ 566590 h 1278632"/>
              <a:gd name="connsiteX6" fmla="*/ 537076 w 537076"/>
              <a:gd name="connsiteY6" fmla="*/ 641280 h 1278632"/>
              <a:gd name="connsiteX7" fmla="*/ 507238 w 537076"/>
              <a:gd name="connsiteY7" fmla="*/ 689829 h 1278632"/>
              <a:gd name="connsiteX8" fmla="*/ 483616 w 537076"/>
              <a:gd name="connsiteY8" fmla="*/ 694808 h 1278632"/>
              <a:gd name="connsiteX9" fmla="*/ 473672 w 537076"/>
              <a:gd name="connsiteY9" fmla="*/ 693563 h 1278632"/>
              <a:gd name="connsiteX10" fmla="*/ 433888 w 537076"/>
              <a:gd name="connsiteY10" fmla="*/ 654973 h 1278632"/>
              <a:gd name="connsiteX11" fmla="*/ 431402 w 537076"/>
              <a:gd name="connsiteY11" fmla="*/ 641280 h 1278632"/>
              <a:gd name="connsiteX12" fmla="*/ 431402 w 537076"/>
              <a:gd name="connsiteY12" fmla="*/ 559122 h 1278632"/>
              <a:gd name="connsiteX13" fmla="*/ 425184 w 537076"/>
              <a:gd name="connsiteY13" fmla="*/ 488166 h 1278632"/>
              <a:gd name="connsiteX14" fmla="*/ 401564 w 537076"/>
              <a:gd name="connsiteY14" fmla="*/ 422190 h 1278632"/>
              <a:gd name="connsiteX15" fmla="*/ 401564 w 537076"/>
              <a:gd name="connsiteY15" fmla="*/ 585263 h 1278632"/>
              <a:gd name="connsiteX16" fmla="*/ 401564 w 537076"/>
              <a:gd name="connsiteY16" fmla="*/ 657463 h 1278632"/>
              <a:gd name="connsiteX17" fmla="*/ 401564 w 537076"/>
              <a:gd name="connsiteY17" fmla="*/ 708501 h 1278632"/>
              <a:gd name="connsiteX18" fmla="*/ 402806 w 537076"/>
              <a:gd name="connsiteY18" fmla="*/ 753315 h 1278632"/>
              <a:gd name="connsiteX19" fmla="*/ 402806 w 537076"/>
              <a:gd name="connsiteY19" fmla="*/ 757049 h 1278632"/>
              <a:gd name="connsiteX20" fmla="*/ 402806 w 537076"/>
              <a:gd name="connsiteY20" fmla="*/ 790660 h 1278632"/>
              <a:gd name="connsiteX21" fmla="*/ 402806 w 537076"/>
              <a:gd name="connsiteY21" fmla="*/ 1216391 h 1278632"/>
              <a:gd name="connsiteX22" fmla="*/ 340646 w 537076"/>
              <a:gd name="connsiteY22" fmla="*/ 1278632 h 1278632"/>
              <a:gd name="connsiteX23" fmla="*/ 278484 w 537076"/>
              <a:gd name="connsiteY23" fmla="*/ 1216391 h 1278632"/>
              <a:gd name="connsiteX24" fmla="*/ 278484 w 537076"/>
              <a:gd name="connsiteY24" fmla="*/ 790660 h 1278632"/>
              <a:gd name="connsiteX25" fmla="*/ 261078 w 537076"/>
              <a:gd name="connsiteY25" fmla="*/ 790660 h 1278632"/>
              <a:gd name="connsiteX26" fmla="*/ 261078 w 537076"/>
              <a:gd name="connsiteY26" fmla="*/ 1216391 h 1278632"/>
              <a:gd name="connsiteX27" fmla="*/ 197674 w 537076"/>
              <a:gd name="connsiteY27" fmla="*/ 1278632 h 1278632"/>
              <a:gd name="connsiteX28" fmla="*/ 135512 w 537076"/>
              <a:gd name="connsiteY28" fmla="*/ 1216391 h 1278632"/>
              <a:gd name="connsiteX29" fmla="*/ 135512 w 537076"/>
              <a:gd name="connsiteY29" fmla="*/ 790660 h 1278632"/>
              <a:gd name="connsiteX30" fmla="*/ 135512 w 537076"/>
              <a:gd name="connsiteY30" fmla="*/ 672401 h 1278632"/>
              <a:gd name="connsiteX31" fmla="*/ 135512 w 537076"/>
              <a:gd name="connsiteY31" fmla="*/ 668666 h 1278632"/>
              <a:gd name="connsiteX32" fmla="*/ 135512 w 537076"/>
              <a:gd name="connsiteY32" fmla="*/ 659953 h 1278632"/>
              <a:gd name="connsiteX33" fmla="*/ 135512 w 537076"/>
              <a:gd name="connsiteY33" fmla="*/ 606425 h 1278632"/>
              <a:gd name="connsiteX34" fmla="*/ 135512 w 537076"/>
              <a:gd name="connsiteY34" fmla="*/ 424680 h 1278632"/>
              <a:gd name="connsiteX35" fmla="*/ 111890 w 537076"/>
              <a:gd name="connsiteY35" fmla="*/ 489411 h 1278632"/>
              <a:gd name="connsiteX36" fmla="*/ 104432 w 537076"/>
              <a:gd name="connsiteY36" fmla="*/ 561611 h 1278632"/>
              <a:gd name="connsiteX37" fmla="*/ 104432 w 537076"/>
              <a:gd name="connsiteY37" fmla="*/ 645015 h 1278632"/>
              <a:gd name="connsiteX38" fmla="*/ 101944 w 537076"/>
              <a:gd name="connsiteY38" fmla="*/ 657463 h 1278632"/>
              <a:gd name="connsiteX39" fmla="*/ 63404 w 537076"/>
              <a:gd name="connsiteY39" fmla="*/ 696053 h 1278632"/>
              <a:gd name="connsiteX40" fmla="*/ 52216 w 537076"/>
              <a:gd name="connsiteY40" fmla="*/ 697297 h 1278632"/>
              <a:gd name="connsiteX41" fmla="*/ 29838 w 537076"/>
              <a:gd name="connsiteY41" fmla="*/ 692318 h 1278632"/>
              <a:gd name="connsiteX42" fmla="*/ 0 w 537076"/>
              <a:gd name="connsiteY42" fmla="*/ 645015 h 1278632"/>
              <a:gd name="connsiteX43" fmla="*/ 0 w 537076"/>
              <a:gd name="connsiteY43" fmla="*/ 567835 h 1278632"/>
              <a:gd name="connsiteX44" fmla="*/ 6216 w 537076"/>
              <a:gd name="connsiteY44" fmla="*/ 464515 h 1278632"/>
              <a:gd name="connsiteX45" fmla="*/ 37296 w 537076"/>
              <a:gd name="connsiteY45" fmla="*/ 382356 h 1278632"/>
              <a:gd name="connsiteX46" fmla="*/ 135512 w 537076"/>
              <a:gd name="connsiteY46" fmla="*/ 276545 h 1278632"/>
              <a:gd name="connsiteX47" fmla="*/ 222538 w 537076"/>
              <a:gd name="connsiteY47" fmla="*/ 246670 h 1278632"/>
              <a:gd name="connsiteX48" fmla="*/ 267916 w 537076"/>
              <a:gd name="connsiteY48" fmla="*/ 0 h 1278632"/>
              <a:gd name="connsiteX49" fmla="*/ 372284 w 537076"/>
              <a:gd name="connsiteY49" fmla="*/ 104368 h 1278632"/>
              <a:gd name="connsiteX50" fmla="*/ 267916 w 537076"/>
              <a:gd name="connsiteY50" fmla="*/ 207494 h 1278632"/>
              <a:gd name="connsiteX51" fmla="*/ 164792 w 537076"/>
              <a:gd name="connsiteY51" fmla="*/ 104368 h 1278632"/>
              <a:gd name="connsiteX52" fmla="*/ 267916 w 537076"/>
              <a:gd name="connsiteY52" fmla="*/ 0 h 1278632"/>
            </a:gdLst>
            <a:ahLst/>
            <a:cxnLst/>
            <a:rect l="l" t="t" r="r" b="b"/>
            <a:pathLst>
              <a:path w="537076" h="1278632">
                <a:moveTo>
                  <a:pt x="222538" y="246670"/>
                </a:moveTo>
                <a:cubicBezTo>
                  <a:pt x="249890" y="241690"/>
                  <a:pt x="279726" y="241690"/>
                  <a:pt x="307078" y="246670"/>
                </a:cubicBezTo>
                <a:cubicBezTo>
                  <a:pt x="343132" y="249159"/>
                  <a:pt x="374212" y="259118"/>
                  <a:pt x="401564" y="274056"/>
                </a:cubicBezTo>
                <a:cubicBezTo>
                  <a:pt x="443834" y="297708"/>
                  <a:pt x="476158" y="335052"/>
                  <a:pt x="499778" y="378621"/>
                </a:cubicBezTo>
                <a:cubicBezTo>
                  <a:pt x="512212" y="404763"/>
                  <a:pt x="523400" y="433394"/>
                  <a:pt x="530860" y="462025"/>
                </a:cubicBezTo>
                <a:cubicBezTo>
                  <a:pt x="530860" y="465759"/>
                  <a:pt x="537076" y="511818"/>
                  <a:pt x="537076" y="566590"/>
                </a:cubicBezTo>
                <a:lnTo>
                  <a:pt x="537076" y="641280"/>
                </a:lnTo>
                <a:cubicBezTo>
                  <a:pt x="537076" y="662442"/>
                  <a:pt x="524644" y="681115"/>
                  <a:pt x="507238" y="689829"/>
                </a:cubicBezTo>
                <a:cubicBezTo>
                  <a:pt x="499778" y="692318"/>
                  <a:pt x="492320" y="694808"/>
                  <a:pt x="483616" y="694808"/>
                </a:cubicBezTo>
                <a:cubicBezTo>
                  <a:pt x="479888" y="694808"/>
                  <a:pt x="477400" y="694808"/>
                  <a:pt x="473672" y="693563"/>
                </a:cubicBezTo>
                <a:cubicBezTo>
                  <a:pt x="453780" y="689829"/>
                  <a:pt x="437618" y="677380"/>
                  <a:pt x="433888" y="654973"/>
                </a:cubicBezTo>
                <a:cubicBezTo>
                  <a:pt x="432644" y="651239"/>
                  <a:pt x="431402" y="646260"/>
                  <a:pt x="431402" y="641280"/>
                </a:cubicBezTo>
                <a:lnTo>
                  <a:pt x="431402" y="559122"/>
                </a:lnTo>
                <a:cubicBezTo>
                  <a:pt x="431402" y="526756"/>
                  <a:pt x="427672" y="500615"/>
                  <a:pt x="425184" y="488166"/>
                </a:cubicBezTo>
                <a:cubicBezTo>
                  <a:pt x="418968" y="464515"/>
                  <a:pt x="411510" y="440863"/>
                  <a:pt x="401564" y="422190"/>
                </a:cubicBezTo>
                <a:lnTo>
                  <a:pt x="401564" y="585263"/>
                </a:lnTo>
                <a:cubicBezTo>
                  <a:pt x="401564" y="608915"/>
                  <a:pt x="401564" y="632566"/>
                  <a:pt x="401564" y="657463"/>
                </a:cubicBezTo>
                <a:lnTo>
                  <a:pt x="401564" y="708501"/>
                </a:lnTo>
                <a:lnTo>
                  <a:pt x="402806" y="753315"/>
                </a:lnTo>
                <a:cubicBezTo>
                  <a:pt x="402806" y="754560"/>
                  <a:pt x="402806" y="755804"/>
                  <a:pt x="402806" y="757049"/>
                </a:cubicBezTo>
                <a:lnTo>
                  <a:pt x="402806" y="790660"/>
                </a:lnTo>
                <a:lnTo>
                  <a:pt x="402806" y="1216391"/>
                </a:lnTo>
                <a:cubicBezTo>
                  <a:pt x="402806" y="1251246"/>
                  <a:pt x="375456" y="1278632"/>
                  <a:pt x="340646" y="1278632"/>
                </a:cubicBezTo>
                <a:cubicBezTo>
                  <a:pt x="305834" y="1278632"/>
                  <a:pt x="278484" y="1251246"/>
                  <a:pt x="278484" y="1216391"/>
                </a:cubicBezTo>
                <a:lnTo>
                  <a:pt x="278484" y="790660"/>
                </a:lnTo>
                <a:cubicBezTo>
                  <a:pt x="272268" y="790660"/>
                  <a:pt x="267294" y="790660"/>
                  <a:pt x="261078" y="790660"/>
                </a:cubicBezTo>
                <a:lnTo>
                  <a:pt x="261078" y="1216391"/>
                </a:lnTo>
                <a:cubicBezTo>
                  <a:pt x="261078" y="1251246"/>
                  <a:pt x="232484" y="1278632"/>
                  <a:pt x="197674" y="1278632"/>
                </a:cubicBezTo>
                <a:cubicBezTo>
                  <a:pt x="162864" y="1278632"/>
                  <a:pt x="135512" y="1251246"/>
                  <a:pt x="135512" y="1216391"/>
                </a:cubicBezTo>
                <a:lnTo>
                  <a:pt x="135512" y="790660"/>
                </a:lnTo>
                <a:cubicBezTo>
                  <a:pt x="135512" y="750825"/>
                  <a:pt x="135512" y="710991"/>
                  <a:pt x="135512" y="672401"/>
                </a:cubicBezTo>
                <a:cubicBezTo>
                  <a:pt x="135512" y="671156"/>
                  <a:pt x="135512" y="669911"/>
                  <a:pt x="135512" y="668666"/>
                </a:cubicBezTo>
                <a:cubicBezTo>
                  <a:pt x="135512" y="666177"/>
                  <a:pt x="135512" y="663687"/>
                  <a:pt x="135512" y="659953"/>
                </a:cubicBezTo>
                <a:lnTo>
                  <a:pt x="135512" y="606425"/>
                </a:lnTo>
                <a:lnTo>
                  <a:pt x="135512" y="424680"/>
                </a:lnTo>
                <a:cubicBezTo>
                  <a:pt x="124324" y="443352"/>
                  <a:pt x="116864" y="467004"/>
                  <a:pt x="111890" y="489411"/>
                </a:cubicBezTo>
                <a:cubicBezTo>
                  <a:pt x="109404" y="501859"/>
                  <a:pt x="104432" y="529246"/>
                  <a:pt x="104432" y="561611"/>
                </a:cubicBezTo>
                <a:lnTo>
                  <a:pt x="104432" y="645015"/>
                </a:lnTo>
                <a:cubicBezTo>
                  <a:pt x="104432" y="648749"/>
                  <a:pt x="104432" y="653728"/>
                  <a:pt x="101944" y="657463"/>
                </a:cubicBezTo>
                <a:cubicBezTo>
                  <a:pt x="100702" y="681115"/>
                  <a:pt x="82054" y="692318"/>
                  <a:pt x="63404" y="696053"/>
                </a:cubicBezTo>
                <a:cubicBezTo>
                  <a:pt x="59676" y="696053"/>
                  <a:pt x="55946" y="697297"/>
                  <a:pt x="52216" y="697297"/>
                </a:cubicBezTo>
                <a:cubicBezTo>
                  <a:pt x="44756" y="697297"/>
                  <a:pt x="37296" y="694808"/>
                  <a:pt x="29838" y="692318"/>
                </a:cubicBezTo>
                <a:cubicBezTo>
                  <a:pt x="11190" y="683604"/>
                  <a:pt x="0" y="664932"/>
                  <a:pt x="0" y="645015"/>
                </a:cubicBezTo>
                <a:lnTo>
                  <a:pt x="0" y="567835"/>
                </a:lnTo>
                <a:cubicBezTo>
                  <a:pt x="0" y="514308"/>
                  <a:pt x="6216" y="468249"/>
                  <a:pt x="6216" y="464515"/>
                </a:cubicBezTo>
                <a:cubicBezTo>
                  <a:pt x="13676" y="435883"/>
                  <a:pt x="23622" y="408497"/>
                  <a:pt x="37296" y="382356"/>
                </a:cubicBezTo>
                <a:cubicBezTo>
                  <a:pt x="60918" y="337542"/>
                  <a:pt x="93242" y="300197"/>
                  <a:pt x="135512" y="276545"/>
                </a:cubicBezTo>
                <a:cubicBezTo>
                  <a:pt x="160376" y="261608"/>
                  <a:pt x="190214" y="251649"/>
                  <a:pt x="222538" y="246670"/>
                </a:cubicBezTo>
                <a:close/>
                <a:moveTo>
                  <a:pt x="267916" y="0"/>
                </a:moveTo>
                <a:cubicBezTo>
                  <a:pt x="325070" y="0"/>
                  <a:pt x="372284" y="45972"/>
                  <a:pt x="372284" y="104368"/>
                </a:cubicBezTo>
                <a:cubicBezTo>
                  <a:pt x="372284" y="161522"/>
                  <a:pt x="325070" y="207494"/>
                  <a:pt x="267916" y="207494"/>
                </a:cubicBezTo>
                <a:cubicBezTo>
                  <a:pt x="210762" y="207494"/>
                  <a:pt x="164792" y="161522"/>
                  <a:pt x="164792" y="104368"/>
                </a:cubicBezTo>
                <a:cubicBezTo>
                  <a:pt x="164792" y="45972"/>
                  <a:pt x="210762" y="0"/>
                  <a:pt x="26791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square" anchor="ctr">
            <a:noAutofit/>
          </a:bodyPr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5115D6C4-7E57-434F-A4CF-36D4EC5CD351}"/>
              </a:ext>
            </a:extLst>
          </p:cNvPr>
          <p:cNvSpPr>
            <a:spLocks noGrp="1"/>
          </p:cNvSpPr>
          <p:nvPr/>
        </p:nvSpPr>
        <p:spPr>
          <a:xfrm>
            <a:off x="19274854" y="5056285"/>
            <a:ext cx="537076" cy="1278632"/>
          </a:xfrm>
          <a:custGeom>
            <a:avLst/>
            <a:gdLst>
              <a:gd name="connsiteX0" fmla="*/ 223782 w 537076"/>
              <a:gd name="connsiteY0" fmla="*/ 246670 h 1278632"/>
              <a:gd name="connsiteX1" fmla="*/ 307078 w 537076"/>
              <a:gd name="connsiteY1" fmla="*/ 246670 h 1278632"/>
              <a:gd name="connsiteX2" fmla="*/ 401564 w 537076"/>
              <a:gd name="connsiteY2" fmla="*/ 274056 h 1278632"/>
              <a:gd name="connsiteX3" fmla="*/ 499778 w 537076"/>
              <a:gd name="connsiteY3" fmla="*/ 378621 h 1278632"/>
              <a:gd name="connsiteX4" fmla="*/ 530860 w 537076"/>
              <a:gd name="connsiteY4" fmla="*/ 462025 h 1278632"/>
              <a:gd name="connsiteX5" fmla="*/ 537076 w 537076"/>
              <a:gd name="connsiteY5" fmla="*/ 566590 h 1278632"/>
              <a:gd name="connsiteX6" fmla="*/ 537076 w 537076"/>
              <a:gd name="connsiteY6" fmla="*/ 641280 h 1278632"/>
              <a:gd name="connsiteX7" fmla="*/ 507238 w 537076"/>
              <a:gd name="connsiteY7" fmla="*/ 689829 h 1278632"/>
              <a:gd name="connsiteX8" fmla="*/ 486104 w 537076"/>
              <a:gd name="connsiteY8" fmla="*/ 694808 h 1278632"/>
              <a:gd name="connsiteX9" fmla="*/ 473670 w 537076"/>
              <a:gd name="connsiteY9" fmla="*/ 693563 h 1278632"/>
              <a:gd name="connsiteX10" fmla="*/ 435130 w 537076"/>
              <a:gd name="connsiteY10" fmla="*/ 654973 h 1278632"/>
              <a:gd name="connsiteX11" fmla="*/ 432644 w 537076"/>
              <a:gd name="connsiteY11" fmla="*/ 641280 h 1278632"/>
              <a:gd name="connsiteX12" fmla="*/ 432644 w 537076"/>
              <a:gd name="connsiteY12" fmla="*/ 559122 h 1278632"/>
              <a:gd name="connsiteX13" fmla="*/ 426428 w 537076"/>
              <a:gd name="connsiteY13" fmla="*/ 488166 h 1278632"/>
              <a:gd name="connsiteX14" fmla="*/ 401564 w 537076"/>
              <a:gd name="connsiteY14" fmla="*/ 422190 h 1278632"/>
              <a:gd name="connsiteX15" fmla="*/ 401564 w 537076"/>
              <a:gd name="connsiteY15" fmla="*/ 585263 h 1278632"/>
              <a:gd name="connsiteX16" fmla="*/ 402806 w 537076"/>
              <a:gd name="connsiteY16" fmla="*/ 657463 h 1278632"/>
              <a:gd name="connsiteX17" fmla="*/ 402806 w 537076"/>
              <a:gd name="connsiteY17" fmla="*/ 708501 h 1278632"/>
              <a:gd name="connsiteX18" fmla="*/ 402806 w 537076"/>
              <a:gd name="connsiteY18" fmla="*/ 753315 h 1278632"/>
              <a:gd name="connsiteX19" fmla="*/ 404050 w 537076"/>
              <a:gd name="connsiteY19" fmla="*/ 757049 h 1278632"/>
              <a:gd name="connsiteX20" fmla="*/ 404050 w 537076"/>
              <a:gd name="connsiteY20" fmla="*/ 790660 h 1278632"/>
              <a:gd name="connsiteX21" fmla="*/ 404050 w 537076"/>
              <a:gd name="connsiteY21" fmla="*/ 1216391 h 1278632"/>
              <a:gd name="connsiteX22" fmla="*/ 341888 w 537076"/>
              <a:gd name="connsiteY22" fmla="*/ 1278632 h 1278632"/>
              <a:gd name="connsiteX23" fmla="*/ 279726 w 537076"/>
              <a:gd name="connsiteY23" fmla="*/ 1216391 h 1278632"/>
              <a:gd name="connsiteX24" fmla="*/ 279726 w 537076"/>
              <a:gd name="connsiteY24" fmla="*/ 790660 h 1278632"/>
              <a:gd name="connsiteX25" fmla="*/ 261078 w 537076"/>
              <a:gd name="connsiteY25" fmla="*/ 790660 h 1278632"/>
              <a:gd name="connsiteX26" fmla="*/ 261078 w 537076"/>
              <a:gd name="connsiteY26" fmla="*/ 1216391 h 1278632"/>
              <a:gd name="connsiteX27" fmla="*/ 198916 w 537076"/>
              <a:gd name="connsiteY27" fmla="*/ 1278632 h 1278632"/>
              <a:gd name="connsiteX28" fmla="*/ 136756 w 537076"/>
              <a:gd name="connsiteY28" fmla="*/ 1216391 h 1278632"/>
              <a:gd name="connsiteX29" fmla="*/ 136756 w 537076"/>
              <a:gd name="connsiteY29" fmla="*/ 790660 h 1278632"/>
              <a:gd name="connsiteX30" fmla="*/ 135512 w 537076"/>
              <a:gd name="connsiteY30" fmla="*/ 790660 h 1278632"/>
              <a:gd name="connsiteX31" fmla="*/ 135512 w 537076"/>
              <a:gd name="connsiteY31" fmla="*/ 672401 h 1278632"/>
              <a:gd name="connsiteX32" fmla="*/ 136756 w 537076"/>
              <a:gd name="connsiteY32" fmla="*/ 668666 h 1278632"/>
              <a:gd name="connsiteX33" fmla="*/ 135512 w 537076"/>
              <a:gd name="connsiteY33" fmla="*/ 659953 h 1278632"/>
              <a:gd name="connsiteX34" fmla="*/ 135512 w 537076"/>
              <a:gd name="connsiteY34" fmla="*/ 606425 h 1278632"/>
              <a:gd name="connsiteX35" fmla="*/ 136756 w 537076"/>
              <a:gd name="connsiteY35" fmla="*/ 606425 h 1278632"/>
              <a:gd name="connsiteX36" fmla="*/ 136756 w 537076"/>
              <a:gd name="connsiteY36" fmla="*/ 424680 h 1278632"/>
              <a:gd name="connsiteX37" fmla="*/ 111890 w 537076"/>
              <a:gd name="connsiteY37" fmla="*/ 489411 h 1278632"/>
              <a:gd name="connsiteX38" fmla="*/ 105674 w 537076"/>
              <a:gd name="connsiteY38" fmla="*/ 561611 h 1278632"/>
              <a:gd name="connsiteX39" fmla="*/ 105674 w 537076"/>
              <a:gd name="connsiteY39" fmla="*/ 645015 h 1278632"/>
              <a:gd name="connsiteX40" fmla="*/ 103188 w 537076"/>
              <a:gd name="connsiteY40" fmla="*/ 657463 h 1278632"/>
              <a:gd name="connsiteX41" fmla="*/ 64648 w 537076"/>
              <a:gd name="connsiteY41" fmla="*/ 696053 h 1278632"/>
              <a:gd name="connsiteX42" fmla="*/ 52216 w 537076"/>
              <a:gd name="connsiteY42" fmla="*/ 697297 h 1278632"/>
              <a:gd name="connsiteX43" fmla="*/ 31080 w 537076"/>
              <a:gd name="connsiteY43" fmla="*/ 692318 h 1278632"/>
              <a:gd name="connsiteX44" fmla="*/ 0 w 537076"/>
              <a:gd name="connsiteY44" fmla="*/ 645015 h 1278632"/>
              <a:gd name="connsiteX45" fmla="*/ 0 w 537076"/>
              <a:gd name="connsiteY45" fmla="*/ 567835 h 1278632"/>
              <a:gd name="connsiteX46" fmla="*/ 7460 w 537076"/>
              <a:gd name="connsiteY46" fmla="*/ 464515 h 1278632"/>
              <a:gd name="connsiteX47" fmla="*/ 38540 w 537076"/>
              <a:gd name="connsiteY47" fmla="*/ 382356 h 1278632"/>
              <a:gd name="connsiteX48" fmla="*/ 136756 w 537076"/>
              <a:gd name="connsiteY48" fmla="*/ 276545 h 1278632"/>
              <a:gd name="connsiteX49" fmla="*/ 223782 w 537076"/>
              <a:gd name="connsiteY49" fmla="*/ 246670 h 1278632"/>
              <a:gd name="connsiteX50" fmla="*/ 269158 w 537076"/>
              <a:gd name="connsiteY50" fmla="*/ 0 h 1278632"/>
              <a:gd name="connsiteX51" fmla="*/ 372284 w 537076"/>
              <a:gd name="connsiteY51" fmla="*/ 104368 h 1278632"/>
              <a:gd name="connsiteX52" fmla="*/ 269158 w 537076"/>
              <a:gd name="connsiteY52" fmla="*/ 207494 h 1278632"/>
              <a:gd name="connsiteX53" fmla="*/ 164790 w 537076"/>
              <a:gd name="connsiteY53" fmla="*/ 104368 h 1278632"/>
              <a:gd name="connsiteX54" fmla="*/ 269158 w 537076"/>
              <a:gd name="connsiteY54" fmla="*/ 0 h 1278632"/>
            </a:gdLst>
            <a:ahLst/>
            <a:cxnLst/>
            <a:rect l="l" t="t" r="r" b="b"/>
            <a:pathLst>
              <a:path w="537076" h="1278632">
                <a:moveTo>
                  <a:pt x="223782" y="246670"/>
                </a:moveTo>
                <a:cubicBezTo>
                  <a:pt x="251132" y="241690"/>
                  <a:pt x="279726" y="241690"/>
                  <a:pt x="307078" y="246670"/>
                </a:cubicBezTo>
                <a:cubicBezTo>
                  <a:pt x="343132" y="249159"/>
                  <a:pt x="374212" y="259118"/>
                  <a:pt x="401564" y="274056"/>
                </a:cubicBezTo>
                <a:cubicBezTo>
                  <a:pt x="443834" y="297708"/>
                  <a:pt x="476158" y="335052"/>
                  <a:pt x="499778" y="378621"/>
                </a:cubicBezTo>
                <a:cubicBezTo>
                  <a:pt x="513454" y="404763"/>
                  <a:pt x="523400" y="433394"/>
                  <a:pt x="530860" y="462025"/>
                </a:cubicBezTo>
                <a:cubicBezTo>
                  <a:pt x="532102" y="465759"/>
                  <a:pt x="537076" y="511818"/>
                  <a:pt x="537076" y="566590"/>
                </a:cubicBezTo>
                <a:lnTo>
                  <a:pt x="537076" y="641280"/>
                </a:lnTo>
                <a:cubicBezTo>
                  <a:pt x="537076" y="662442"/>
                  <a:pt x="524644" y="681115"/>
                  <a:pt x="507238" y="689829"/>
                </a:cubicBezTo>
                <a:cubicBezTo>
                  <a:pt x="501022" y="692318"/>
                  <a:pt x="493562" y="694808"/>
                  <a:pt x="486104" y="694808"/>
                </a:cubicBezTo>
                <a:cubicBezTo>
                  <a:pt x="481130" y="694808"/>
                  <a:pt x="477400" y="694808"/>
                  <a:pt x="473670" y="693563"/>
                </a:cubicBezTo>
                <a:cubicBezTo>
                  <a:pt x="453780" y="689829"/>
                  <a:pt x="437618" y="677380"/>
                  <a:pt x="435130" y="654973"/>
                </a:cubicBezTo>
                <a:cubicBezTo>
                  <a:pt x="433888" y="651239"/>
                  <a:pt x="432644" y="646260"/>
                  <a:pt x="432644" y="641280"/>
                </a:cubicBezTo>
                <a:lnTo>
                  <a:pt x="432644" y="559122"/>
                </a:lnTo>
                <a:cubicBezTo>
                  <a:pt x="432644" y="526756"/>
                  <a:pt x="428914" y="500615"/>
                  <a:pt x="426428" y="488166"/>
                </a:cubicBezTo>
                <a:cubicBezTo>
                  <a:pt x="420212" y="464515"/>
                  <a:pt x="412752" y="440863"/>
                  <a:pt x="401564" y="422190"/>
                </a:cubicBezTo>
                <a:lnTo>
                  <a:pt x="401564" y="585263"/>
                </a:lnTo>
                <a:cubicBezTo>
                  <a:pt x="401564" y="608915"/>
                  <a:pt x="402806" y="632566"/>
                  <a:pt x="402806" y="657463"/>
                </a:cubicBezTo>
                <a:lnTo>
                  <a:pt x="402806" y="708501"/>
                </a:lnTo>
                <a:lnTo>
                  <a:pt x="402806" y="753315"/>
                </a:lnTo>
                <a:cubicBezTo>
                  <a:pt x="402806" y="754560"/>
                  <a:pt x="404050" y="755804"/>
                  <a:pt x="404050" y="757049"/>
                </a:cubicBezTo>
                <a:lnTo>
                  <a:pt x="404050" y="790660"/>
                </a:lnTo>
                <a:lnTo>
                  <a:pt x="404050" y="1216391"/>
                </a:lnTo>
                <a:cubicBezTo>
                  <a:pt x="404050" y="1251246"/>
                  <a:pt x="375456" y="1278632"/>
                  <a:pt x="341888" y="1278632"/>
                </a:cubicBezTo>
                <a:cubicBezTo>
                  <a:pt x="307078" y="1278632"/>
                  <a:pt x="279726" y="1251246"/>
                  <a:pt x="279726" y="1216391"/>
                </a:cubicBezTo>
                <a:lnTo>
                  <a:pt x="279726" y="790660"/>
                </a:lnTo>
                <a:cubicBezTo>
                  <a:pt x="273510" y="790660"/>
                  <a:pt x="267294" y="790660"/>
                  <a:pt x="261078" y="790660"/>
                </a:cubicBezTo>
                <a:lnTo>
                  <a:pt x="261078" y="1216391"/>
                </a:lnTo>
                <a:cubicBezTo>
                  <a:pt x="261078" y="1251246"/>
                  <a:pt x="232484" y="1278632"/>
                  <a:pt x="198916" y="1278632"/>
                </a:cubicBezTo>
                <a:cubicBezTo>
                  <a:pt x="165350" y="1278632"/>
                  <a:pt x="136756" y="1251246"/>
                  <a:pt x="136756" y="1216391"/>
                </a:cubicBezTo>
                <a:lnTo>
                  <a:pt x="136756" y="790660"/>
                </a:lnTo>
                <a:lnTo>
                  <a:pt x="135512" y="790660"/>
                </a:lnTo>
                <a:cubicBezTo>
                  <a:pt x="135512" y="750825"/>
                  <a:pt x="135512" y="710991"/>
                  <a:pt x="135512" y="672401"/>
                </a:cubicBezTo>
                <a:cubicBezTo>
                  <a:pt x="135512" y="671156"/>
                  <a:pt x="136756" y="669911"/>
                  <a:pt x="136756" y="668666"/>
                </a:cubicBezTo>
                <a:cubicBezTo>
                  <a:pt x="136756" y="666177"/>
                  <a:pt x="135512" y="663687"/>
                  <a:pt x="135512" y="659953"/>
                </a:cubicBezTo>
                <a:lnTo>
                  <a:pt x="135512" y="606425"/>
                </a:lnTo>
                <a:lnTo>
                  <a:pt x="136756" y="606425"/>
                </a:lnTo>
                <a:lnTo>
                  <a:pt x="136756" y="424680"/>
                </a:lnTo>
                <a:cubicBezTo>
                  <a:pt x="125566" y="443352"/>
                  <a:pt x="116864" y="467004"/>
                  <a:pt x="111890" y="489411"/>
                </a:cubicBezTo>
                <a:cubicBezTo>
                  <a:pt x="109404" y="501859"/>
                  <a:pt x="105674" y="529246"/>
                  <a:pt x="105674" y="561611"/>
                </a:cubicBezTo>
                <a:lnTo>
                  <a:pt x="105674" y="645015"/>
                </a:lnTo>
                <a:cubicBezTo>
                  <a:pt x="105674" y="648749"/>
                  <a:pt x="104432" y="653728"/>
                  <a:pt x="103188" y="657463"/>
                </a:cubicBezTo>
                <a:cubicBezTo>
                  <a:pt x="100702" y="681115"/>
                  <a:pt x="84540" y="692318"/>
                  <a:pt x="64648" y="696053"/>
                </a:cubicBezTo>
                <a:cubicBezTo>
                  <a:pt x="60918" y="696053"/>
                  <a:pt x="57188" y="697297"/>
                  <a:pt x="52216" y="697297"/>
                </a:cubicBezTo>
                <a:cubicBezTo>
                  <a:pt x="44756" y="697297"/>
                  <a:pt x="37296" y="694808"/>
                  <a:pt x="31080" y="692318"/>
                </a:cubicBezTo>
                <a:cubicBezTo>
                  <a:pt x="13676" y="683604"/>
                  <a:pt x="0" y="664932"/>
                  <a:pt x="0" y="645015"/>
                </a:cubicBezTo>
                <a:lnTo>
                  <a:pt x="0" y="567835"/>
                </a:lnTo>
                <a:cubicBezTo>
                  <a:pt x="0" y="514308"/>
                  <a:pt x="6216" y="468249"/>
                  <a:pt x="7460" y="464515"/>
                </a:cubicBezTo>
                <a:cubicBezTo>
                  <a:pt x="14918" y="435883"/>
                  <a:pt x="24864" y="408497"/>
                  <a:pt x="38540" y="382356"/>
                </a:cubicBezTo>
                <a:cubicBezTo>
                  <a:pt x="62162" y="337542"/>
                  <a:pt x="94486" y="300197"/>
                  <a:pt x="136756" y="276545"/>
                </a:cubicBezTo>
                <a:cubicBezTo>
                  <a:pt x="161620" y="261608"/>
                  <a:pt x="190214" y="251649"/>
                  <a:pt x="223782" y="246670"/>
                </a:cubicBezTo>
                <a:close/>
                <a:moveTo>
                  <a:pt x="269158" y="0"/>
                </a:moveTo>
                <a:cubicBezTo>
                  <a:pt x="326312" y="0"/>
                  <a:pt x="372284" y="45972"/>
                  <a:pt x="372284" y="104368"/>
                </a:cubicBezTo>
                <a:cubicBezTo>
                  <a:pt x="372284" y="161522"/>
                  <a:pt x="326312" y="207494"/>
                  <a:pt x="269158" y="207494"/>
                </a:cubicBezTo>
                <a:cubicBezTo>
                  <a:pt x="210762" y="207494"/>
                  <a:pt x="164790" y="161522"/>
                  <a:pt x="164790" y="104368"/>
                </a:cubicBezTo>
                <a:cubicBezTo>
                  <a:pt x="164790" y="45972"/>
                  <a:pt x="210762" y="0"/>
                  <a:pt x="26915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square" anchor="ctr">
            <a:noAutofit/>
          </a:bodyPr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4" name="Freeform 303">
            <a:extLst>
              <a:ext uri="{FF2B5EF4-FFF2-40B4-BE49-F238E27FC236}">
                <a16:creationId xmlns:a16="http://schemas.microsoft.com/office/drawing/2014/main" id="{7F07CECD-2753-2540-B793-FCE1EA48E1A3}"/>
              </a:ext>
            </a:extLst>
          </p:cNvPr>
          <p:cNvSpPr>
            <a:spLocks noGrp="1"/>
          </p:cNvSpPr>
          <p:nvPr/>
        </p:nvSpPr>
        <p:spPr>
          <a:xfrm>
            <a:off x="1988234" y="5583614"/>
            <a:ext cx="631699" cy="769026"/>
          </a:xfrm>
          <a:custGeom>
            <a:avLst/>
            <a:gdLst>
              <a:gd name="T0" fmla="*/ 252 w 505"/>
              <a:gd name="T1" fmla="*/ 140 h 617"/>
              <a:gd name="T2" fmla="*/ 28 w 505"/>
              <a:gd name="T3" fmla="*/ 84 h 617"/>
              <a:gd name="T4" fmla="*/ 252 w 505"/>
              <a:gd name="T5" fmla="*/ 28 h 617"/>
              <a:gd name="T6" fmla="*/ 476 w 505"/>
              <a:gd name="T7" fmla="*/ 84 h 617"/>
              <a:gd name="T8" fmla="*/ 476 w 505"/>
              <a:gd name="T9" fmla="*/ 158 h 617"/>
              <a:gd name="T10" fmla="*/ 476 w 505"/>
              <a:gd name="T11" fmla="*/ 196 h 617"/>
              <a:gd name="T12" fmla="*/ 252 w 505"/>
              <a:gd name="T13" fmla="*/ 252 h 617"/>
              <a:gd name="T14" fmla="*/ 28 w 505"/>
              <a:gd name="T15" fmla="*/ 158 h 617"/>
              <a:gd name="T16" fmla="*/ 28 w 505"/>
              <a:gd name="T17" fmla="*/ 123 h 617"/>
              <a:gd name="T18" fmla="*/ 252 w 505"/>
              <a:gd name="T19" fmla="*/ 168 h 617"/>
              <a:gd name="T20" fmla="*/ 476 w 505"/>
              <a:gd name="T21" fmla="*/ 158 h 617"/>
              <a:gd name="T22" fmla="*/ 252 w 505"/>
              <a:gd name="T23" fmla="*/ 308 h 617"/>
              <a:gd name="T24" fmla="*/ 28 w 505"/>
              <a:gd name="T25" fmla="*/ 252 h 617"/>
              <a:gd name="T26" fmla="*/ 35 w 505"/>
              <a:gd name="T27" fmla="*/ 239 h 617"/>
              <a:gd name="T28" fmla="*/ 252 w 505"/>
              <a:gd name="T29" fmla="*/ 280 h 617"/>
              <a:gd name="T30" fmla="*/ 469 w 505"/>
              <a:gd name="T31" fmla="*/ 239 h 617"/>
              <a:gd name="T32" fmla="*/ 476 w 505"/>
              <a:gd name="T33" fmla="*/ 252 h 617"/>
              <a:gd name="T34" fmla="*/ 476 w 505"/>
              <a:gd name="T35" fmla="*/ 326 h 617"/>
              <a:gd name="T36" fmla="*/ 476 w 505"/>
              <a:gd name="T37" fmla="*/ 364 h 617"/>
              <a:gd name="T38" fmla="*/ 252 w 505"/>
              <a:gd name="T39" fmla="*/ 420 h 617"/>
              <a:gd name="T40" fmla="*/ 28 w 505"/>
              <a:gd name="T41" fmla="*/ 326 h 617"/>
              <a:gd name="T42" fmla="*/ 28 w 505"/>
              <a:gd name="T43" fmla="*/ 290 h 617"/>
              <a:gd name="T44" fmla="*/ 252 w 505"/>
              <a:gd name="T45" fmla="*/ 336 h 617"/>
              <a:gd name="T46" fmla="*/ 476 w 505"/>
              <a:gd name="T47" fmla="*/ 326 h 617"/>
              <a:gd name="T48" fmla="*/ 252 w 505"/>
              <a:gd name="T49" fmla="*/ 476 h 617"/>
              <a:gd name="T50" fmla="*/ 28 w 505"/>
              <a:gd name="T51" fmla="*/ 420 h 617"/>
              <a:gd name="T52" fmla="*/ 35 w 505"/>
              <a:gd name="T53" fmla="*/ 407 h 617"/>
              <a:gd name="T54" fmla="*/ 252 w 505"/>
              <a:gd name="T55" fmla="*/ 448 h 617"/>
              <a:gd name="T56" fmla="*/ 469 w 505"/>
              <a:gd name="T57" fmla="*/ 407 h 617"/>
              <a:gd name="T58" fmla="*/ 476 w 505"/>
              <a:gd name="T59" fmla="*/ 420 h 617"/>
              <a:gd name="T60" fmla="*/ 476 w 505"/>
              <a:gd name="T61" fmla="*/ 494 h 617"/>
              <a:gd name="T62" fmla="*/ 476 w 505"/>
              <a:gd name="T63" fmla="*/ 533 h 617"/>
              <a:gd name="T64" fmla="*/ 252 w 505"/>
              <a:gd name="T65" fmla="*/ 588 h 617"/>
              <a:gd name="T66" fmla="*/ 28 w 505"/>
              <a:gd name="T67" fmla="*/ 494 h 617"/>
              <a:gd name="T68" fmla="*/ 28 w 505"/>
              <a:gd name="T69" fmla="*/ 458 h 617"/>
              <a:gd name="T70" fmla="*/ 252 w 505"/>
              <a:gd name="T71" fmla="*/ 504 h 617"/>
              <a:gd name="T72" fmla="*/ 476 w 505"/>
              <a:gd name="T73" fmla="*/ 494 h 617"/>
              <a:gd name="T74" fmla="*/ 504 w 505"/>
              <a:gd name="T75" fmla="*/ 84 h 617"/>
              <a:gd name="T76" fmla="*/ 252 w 505"/>
              <a:gd name="T77" fmla="*/ 0 h 617"/>
              <a:gd name="T78" fmla="*/ 0 w 505"/>
              <a:gd name="T79" fmla="*/ 196 h 617"/>
              <a:gd name="T80" fmla="*/ 15 w 505"/>
              <a:gd name="T81" fmla="*/ 224 h 617"/>
              <a:gd name="T82" fmla="*/ 0 w 505"/>
              <a:gd name="T83" fmla="*/ 252 h 617"/>
              <a:gd name="T84" fmla="*/ 0 w 505"/>
              <a:gd name="T85" fmla="*/ 364 h 617"/>
              <a:gd name="T86" fmla="*/ 15 w 505"/>
              <a:gd name="T87" fmla="*/ 393 h 617"/>
              <a:gd name="T88" fmla="*/ 0 w 505"/>
              <a:gd name="T89" fmla="*/ 533 h 617"/>
              <a:gd name="T90" fmla="*/ 252 w 505"/>
              <a:gd name="T91" fmla="*/ 616 h 617"/>
              <a:gd name="T92" fmla="*/ 504 w 505"/>
              <a:gd name="T93" fmla="*/ 533 h 617"/>
              <a:gd name="T94" fmla="*/ 504 w 505"/>
              <a:gd name="T95" fmla="*/ 420 h 617"/>
              <a:gd name="T96" fmla="*/ 489 w 505"/>
              <a:gd name="T97" fmla="*/ 393 h 617"/>
              <a:gd name="T98" fmla="*/ 504 w 505"/>
              <a:gd name="T99" fmla="*/ 252 h 617"/>
              <a:gd name="T100" fmla="*/ 489 w 505"/>
              <a:gd name="T101" fmla="*/ 224 h 617"/>
              <a:gd name="T102" fmla="*/ 504 w 505"/>
              <a:gd name="T103" fmla="*/ 196 h 617"/>
            </a:gdLst>
            <a:ahLst/>
            <a:cxnLst/>
            <a:rect l="0" t="0" r="r" b="b"/>
            <a:pathLst>
              <a:path w="505" h="617">
                <a:moveTo>
                  <a:pt x="252" y="140"/>
                </a:moveTo>
                <a:lnTo>
                  <a:pt x="252" y="140"/>
                </a:lnTo>
                <a:cubicBezTo>
                  <a:pt x="129" y="140"/>
                  <a:pt x="28" y="115"/>
                  <a:pt x="28" y="84"/>
                </a:cubicBezTo>
                <a:lnTo>
                  <a:pt x="28" y="84"/>
                </a:lnTo>
                <a:cubicBezTo>
                  <a:pt x="28" y="53"/>
                  <a:pt x="129" y="28"/>
                  <a:pt x="252" y="28"/>
                </a:cubicBezTo>
                <a:lnTo>
                  <a:pt x="252" y="28"/>
                </a:lnTo>
                <a:cubicBezTo>
                  <a:pt x="376" y="28"/>
                  <a:pt x="476" y="53"/>
                  <a:pt x="476" y="84"/>
                </a:cubicBezTo>
                <a:lnTo>
                  <a:pt x="476" y="84"/>
                </a:lnTo>
                <a:cubicBezTo>
                  <a:pt x="476" y="115"/>
                  <a:pt x="376" y="140"/>
                  <a:pt x="252" y="140"/>
                </a:cubicBezTo>
                <a:close/>
                <a:moveTo>
                  <a:pt x="476" y="158"/>
                </a:moveTo>
                <a:lnTo>
                  <a:pt x="476" y="196"/>
                </a:lnTo>
                <a:lnTo>
                  <a:pt x="476" y="196"/>
                </a:lnTo>
                <a:cubicBezTo>
                  <a:pt x="476" y="227"/>
                  <a:pt x="376" y="252"/>
                  <a:pt x="252" y="252"/>
                </a:cubicBezTo>
                <a:lnTo>
                  <a:pt x="252" y="252"/>
                </a:lnTo>
                <a:cubicBezTo>
                  <a:pt x="129" y="252"/>
                  <a:pt x="28" y="227"/>
                  <a:pt x="28" y="196"/>
                </a:cubicBezTo>
                <a:lnTo>
                  <a:pt x="28" y="158"/>
                </a:lnTo>
                <a:lnTo>
                  <a:pt x="28" y="123"/>
                </a:lnTo>
                <a:lnTo>
                  <a:pt x="28" y="123"/>
                </a:lnTo>
                <a:cubicBezTo>
                  <a:pt x="70" y="150"/>
                  <a:pt x="154" y="168"/>
                  <a:pt x="252" y="168"/>
                </a:cubicBezTo>
                <a:lnTo>
                  <a:pt x="252" y="168"/>
                </a:lnTo>
                <a:cubicBezTo>
                  <a:pt x="350" y="168"/>
                  <a:pt x="434" y="150"/>
                  <a:pt x="476" y="123"/>
                </a:cubicBezTo>
                <a:lnTo>
                  <a:pt x="476" y="158"/>
                </a:lnTo>
                <a:close/>
                <a:moveTo>
                  <a:pt x="252" y="308"/>
                </a:moveTo>
                <a:lnTo>
                  <a:pt x="252" y="308"/>
                </a:lnTo>
                <a:cubicBezTo>
                  <a:pt x="129" y="308"/>
                  <a:pt x="28" y="283"/>
                  <a:pt x="28" y="252"/>
                </a:cubicBezTo>
                <a:lnTo>
                  <a:pt x="28" y="252"/>
                </a:lnTo>
                <a:cubicBezTo>
                  <a:pt x="28" y="248"/>
                  <a:pt x="31" y="243"/>
                  <a:pt x="35" y="239"/>
                </a:cubicBezTo>
                <a:lnTo>
                  <a:pt x="35" y="239"/>
                </a:lnTo>
                <a:cubicBezTo>
                  <a:pt x="78" y="263"/>
                  <a:pt x="159" y="280"/>
                  <a:pt x="252" y="280"/>
                </a:cubicBezTo>
                <a:lnTo>
                  <a:pt x="252" y="280"/>
                </a:lnTo>
                <a:cubicBezTo>
                  <a:pt x="344" y="280"/>
                  <a:pt x="425" y="263"/>
                  <a:pt x="469" y="239"/>
                </a:cubicBezTo>
                <a:lnTo>
                  <a:pt x="469" y="239"/>
                </a:lnTo>
                <a:cubicBezTo>
                  <a:pt x="473" y="243"/>
                  <a:pt x="476" y="248"/>
                  <a:pt x="476" y="252"/>
                </a:cubicBezTo>
                <a:lnTo>
                  <a:pt x="476" y="252"/>
                </a:lnTo>
                <a:cubicBezTo>
                  <a:pt x="476" y="283"/>
                  <a:pt x="376" y="308"/>
                  <a:pt x="252" y="308"/>
                </a:cubicBezTo>
                <a:close/>
                <a:moveTo>
                  <a:pt x="476" y="326"/>
                </a:moveTo>
                <a:lnTo>
                  <a:pt x="476" y="364"/>
                </a:lnTo>
                <a:lnTo>
                  <a:pt x="476" y="364"/>
                </a:lnTo>
                <a:cubicBezTo>
                  <a:pt x="476" y="395"/>
                  <a:pt x="376" y="420"/>
                  <a:pt x="252" y="420"/>
                </a:cubicBezTo>
                <a:lnTo>
                  <a:pt x="252" y="420"/>
                </a:lnTo>
                <a:cubicBezTo>
                  <a:pt x="129" y="420"/>
                  <a:pt x="28" y="395"/>
                  <a:pt x="28" y="364"/>
                </a:cubicBezTo>
                <a:lnTo>
                  <a:pt x="28" y="326"/>
                </a:lnTo>
                <a:lnTo>
                  <a:pt x="28" y="290"/>
                </a:lnTo>
                <a:lnTo>
                  <a:pt x="28" y="290"/>
                </a:lnTo>
                <a:cubicBezTo>
                  <a:pt x="70" y="318"/>
                  <a:pt x="154" y="336"/>
                  <a:pt x="252" y="336"/>
                </a:cubicBezTo>
                <a:lnTo>
                  <a:pt x="252" y="336"/>
                </a:lnTo>
                <a:cubicBezTo>
                  <a:pt x="350" y="336"/>
                  <a:pt x="434" y="318"/>
                  <a:pt x="476" y="290"/>
                </a:cubicBezTo>
                <a:lnTo>
                  <a:pt x="476" y="326"/>
                </a:lnTo>
                <a:close/>
                <a:moveTo>
                  <a:pt x="252" y="476"/>
                </a:moveTo>
                <a:lnTo>
                  <a:pt x="252" y="476"/>
                </a:lnTo>
                <a:cubicBezTo>
                  <a:pt x="129" y="476"/>
                  <a:pt x="28" y="451"/>
                  <a:pt x="28" y="420"/>
                </a:cubicBezTo>
                <a:lnTo>
                  <a:pt x="28" y="420"/>
                </a:lnTo>
                <a:cubicBezTo>
                  <a:pt x="28" y="416"/>
                  <a:pt x="31" y="411"/>
                  <a:pt x="35" y="407"/>
                </a:cubicBezTo>
                <a:lnTo>
                  <a:pt x="35" y="407"/>
                </a:lnTo>
                <a:cubicBezTo>
                  <a:pt x="78" y="432"/>
                  <a:pt x="159" y="448"/>
                  <a:pt x="252" y="448"/>
                </a:cubicBezTo>
                <a:lnTo>
                  <a:pt x="252" y="448"/>
                </a:lnTo>
                <a:cubicBezTo>
                  <a:pt x="344" y="448"/>
                  <a:pt x="425" y="432"/>
                  <a:pt x="469" y="407"/>
                </a:cubicBezTo>
                <a:lnTo>
                  <a:pt x="469" y="407"/>
                </a:lnTo>
                <a:cubicBezTo>
                  <a:pt x="473" y="411"/>
                  <a:pt x="476" y="416"/>
                  <a:pt x="476" y="420"/>
                </a:cubicBezTo>
                <a:lnTo>
                  <a:pt x="476" y="420"/>
                </a:lnTo>
                <a:cubicBezTo>
                  <a:pt x="476" y="451"/>
                  <a:pt x="376" y="476"/>
                  <a:pt x="252" y="476"/>
                </a:cubicBezTo>
                <a:close/>
                <a:moveTo>
                  <a:pt x="476" y="494"/>
                </a:moveTo>
                <a:lnTo>
                  <a:pt x="476" y="533"/>
                </a:lnTo>
                <a:lnTo>
                  <a:pt x="476" y="533"/>
                </a:lnTo>
                <a:cubicBezTo>
                  <a:pt x="476" y="563"/>
                  <a:pt x="376" y="588"/>
                  <a:pt x="252" y="588"/>
                </a:cubicBezTo>
                <a:lnTo>
                  <a:pt x="252" y="588"/>
                </a:lnTo>
                <a:cubicBezTo>
                  <a:pt x="129" y="588"/>
                  <a:pt x="28" y="563"/>
                  <a:pt x="28" y="533"/>
                </a:cubicBezTo>
                <a:lnTo>
                  <a:pt x="28" y="494"/>
                </a:lnTo>
                <a:lnTo>
                  <a:pt x="28" y="458"/>
                </a:lnTo>
                <a:lnTo>
                  <a:pt x="28" y="458"/>
                </a:lnTo>
                <a:cubicBezTo>
                  <a:pt x="70" y="486"/>
                  <a:pt x="154" y="504"/>
                  <a:pt x="252" y="504"/>
                </a:cubicBezTo>
                <a:lnTo>
                  <a:pt x="252" y="504"/>
                </a:lnTo>
                <a:cubicBezTo>
                  <a:pt x="350" y="504"/>
                  <a:pt x="434" y="486"/>
                  <a:pt x="476" y="458"/>
                </a:cubicBezTo>
                <a:lnTo>
                  <a:pt x="476" y="494"/>
                </a:lnTo>
                <a:close/>
                <a:moveTo>
                  <a:pt x="504" y="84"/>
                </a:moveTo>
                <a:lnTo>
                  <a:pt x="504" y="84"/>
                </a:lnTo>
                <a:cubicBezTo>
                  <a:pt x="504" y="38"/>
                  <a:pt x="391" y="0"/>
                  <a:pt x="252" y="0"/>
                </a:cubicBezTo>
                <a:lnTo>
                  <a:pt x="252" y="0"/>
                </a:lnTo>
                <a:cubicBezTo>
                  <a:pt x="113" y="0"/>
                  <a:pt x="0" y="38"/>
                  <a:pt x="0" y="84"/>
                </a:cubicBezTo>
                <a:lnTo>
                  <a:pt x="0" y="196"/>
                </a:lnTo>
                <a:lnTo>
                  <a:pt x="0" y="196"/>
                </a:lnTo>
                <a:cubicBezTo>
                  <a:pt x="0" y="206"/>
                  <a:pt x="5" y="216"/>
                  <a:pt x="15" y="224"/>
                </a:cubicBezTo>
                <a:lnTo>
                  <a:pt x="15" y="224"/>
                </a:lnTo>
                <a:cubicBezTo>
                  <a:pt x="5" y="233"/>
                  <a:pt x="0" y="243"/>
                  <a:pt x="0" y="252"/>
                </a:cubicBezTo>
                <a:lnTo>
                  <a:pt x="0" y="364"/>
                </a:lnTo>
                <a:lnTo>
                  <a:pt x="0" y="364"/>
                </a:lnTo>
                <a:cubicBezTo>
                  <a:pt x="0" y="374"/>
                  <a:pt x="5" y="383"/>
                  <a:pt x="15" y="393"/>
                </a:cubicBezTo>
                <a:lnTo>
                  <a:pt x="15" y="393"/>
                </a:lnTo>
                <a:cubicBezTo>
                  <a:pt x="5" y="401"/>
                  <a:pt x="0" y="410"/>
                  <a:pt x="0" y="420"/>
                </a:cubicBezTo>
                <a:lnTo>
                  <a:pt x="0" y="533"/>
                </a:lnTo>
                <a:lnTo>
                  <a:pt x="0" y="533"/>
                </a:lnTo>
                <a:cubicBezTo>
                  <a:pt x="0" y="578"/>
                  <a:pt x="113" y="616"/>
                  <a:pt x="252" y="616"/>
                </a:cubicBezTo>
                <a:lnTo>
                  <a:pt x="252" y="616"/>
                </a:lnTo>
                <a:cubicBezTo>
                  <a:pt x="391" y="616"/>
                  <a:pt x="504" y="578"/>
                  <a:pt x="504" y="533"/>
                </a:cubicBezTo>
                <a:lnTo>
                  <a:pt x="504" y="420"/>
                </a:lnTo>
                <a:lnTo>
                  <a:pt x="504" y="420"/>
                </a:lnTo>
                <a:cubicBezTo>
                  <a:pt x="504" y="410"/>
                  <a:pt x="498" y="401"/>
                  <a:pt x="489" y="393"/>
                </a:cubicBezTo>
                <a:lnTo>
                  <a:pt x="489" y="393"/>
                </a:lnTo>
                <a:cubicBezTo>
                  <a:pt x="498" y="383"/>
                  <a:pt x="504" y="374"/>
                  <a:pt x="504" y="364"/>
                </a:cubicBezTo>
                <a:lnTo>
                  <a:pt x="504" y="252"/>
                </a:lnTo>
                <a:lnTo>
                  <a:pt x="504" y="252"/>
                </a:lnTo>
                <a:cubicBezTo>
                  <a:pt x="504" y="243"/>
                  <a:pt x="498" y="233"/>
                  <a:pt x="489" y="224"/>
                </a:cubicBezTo>
                <a:lnTo>
                  <a:pt x="489" y="224"/>
                </a:lnTo>
                <a:cubicBezTo>
                  <a:pt x="498" y="216"/>
                  <a:pt x="504" y="206"/>
                  <a:pt x="504" y="196"/>
                </a:cubicBezTo>
                <a:lnTo>
                  <a:pt x="504" y="8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5" name="Freeform 304">
            <a:extLst>
              <a:ext uri="{FF2B5EF4-FFF2-40B4-BE49-F238E27FC236}">
                <a16:creationId xmlns:a16="http://schemas.microsoft.com/office/drawing/2014/main" id="{E74B6803-3D48-E849-9930-B6FD660E68A1}"/>
              </a:ext>
            </a:extLst>
          </p:cNvPr>
          <p:cNvSpPr>
            <a:spLocks noGrp="1"/>
          </p:cNvSpPr>
          <p:nvPr/>
        </p:nvSpPr>
        <p:spPr>
          <a:xfrm>
            <a:off x="5331515" y="12435146"/>
            <a:ext cx="186764" cy="186764"/>
          </a:xfrm>
          <a:custGeom>
            <a:avLst/>
            <a:gdLst>
              <a:gd name="T0" fmla="*/ 150 w 151"/>
              <a:gd name="T1" fmla="*/ 75 h 151"/>
              <a:gd name="T2" fmla="*/ 150 w 151"/>
              <a:gd name="T3" fmla="*/ 75 h 151"/>
              <a:gd name="T4" fmla="*/ 75 w 151"/>
              <a:gd name="T5" fmla="*/ 150 h 151"/>
              <a:gd name="T6" fmla="*/ 75 w 151"/>
              <a:gd name="T7" fmla="*/ 150 h 151"/>
              <a:gd name="T8" fmla="*/ 0 w 151"/>
              <a:gd name="T9" fmla="*/ 75 h 151"/>
              <a:gd name="T10" fmla="*/ 0 w 151"/>
              <a:gd name="T11" fmla="*/ 75 h 151"/>
              <a:gd name="T12" fmla="*/ 75 w 151"/>
              <a:gd name="T13" fmla="*/ 0 h 151"/>
              <a:gd name="T14" fmla="*/ 75 w 151"/>
              <a:gd name="T15" fmla="*/ 0 h 151"/>
              <a:gd name="T16" fmla="*/ 150 w 151"/>
              <a:gd name="T17" fmla="*/ 75 h 151"/>
            </a:gdLst>
            <a:ahLst/>
            <a:cxnLst/>
            <a:rect l="0" t="0" r="r" b="b"/>
            <a:pathLst>
              <a:path w="151" h="151">
                <a:moveTo>
                  <a:pt x="150" y="75"/>
                </a:moveTo>
                <a:lnTo>
                  <a:pt x="150" y="75"/>
                </a:lnTo>
                <a:cubicBezTo>
                  <a:pt x="150" y="117"/>
                  <a:pt x="117" y="150"/>
                  <a:pt x="75" y="150"/>
                </a:cubicBezTo>
                <a:lnTo>
                  <a:pt x="75" y="150"/>
                </a:lnTo>
                <a:cubicBezTo>
                  <a:pt x="34" y="150"/>
                  <a:pt x="0" y="117"/>
                  <a:pt x="0" y="75"/>
                </a:cubicBezTo>
                <a:lnTo>
                  <a:pt x="0" y="75"/>
                </a:lnTo>
                <a:cubicBezTo>
                  <a:pt x="0" y="34"/>
                  <a:pt x="34" y="0"/>
                  <a:pt x="75" y="0"/>
                </a:cubicBezTo>
                <a:lnTo>
                  <a:pt x="75" y="0"/>
                </a:lnTo>
                <a:cubicBezTo>
                  <a:pt x="117" y="0"/>
                  <a:pt x="150" y="34"/>
                  <a:pt x="150" y="75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6" name="Freeform 319">
            <a:extLst>
              <a:ext uri="{FF2B5EF4-FFF2-40B4-BE49-F238E27FC236}">
                <a16:creationId xmlns:a16="http://schemas.microsoft.com/office/drawing/2014/main" id="{49C38F79-16EB-FF4F-AAE6-4B3B15B9315A}"/>
              </a:ext>
            </a:extLst>
          </p:cNvPr>
          <p:cNvSpPr>
            <a:spLocks noGrp="1"/>
          </p:cNvSpPr>
          <p:nvPr/>
        </p:nvSpPr>
        <p:spPr>
          <a:xfrm>
            <a:off x="10319201" y="12435146"/>
            <a:ext cx="186764" cy="186764"/>
          </a:xfrm>
          <a:custGeom>
            <a:avLst/>
            <a:gdLst>
              <a:gd name="T0" fmla="*/ 150 w 151"/>
              <a:gd name="T1" fmla="*/ 75 h 151"/>
              <a:gd name="T2" fmla="*/ 150 w 151"/>
              <a:gd name="T3" fmla="*/ 75 h 151"/>
              <a:gd name="T4" fmla="*/ 75 w 151"/>
              <a:gd name="T5" fmla="*/ 150 h 151"/>
              <a:gd name="T6" fmla="*/ 75 w 151"/>
              <a:gd name="T7" fmla="*/ 150 h 151"/>
              <a:gd name="T8" fmla="*/ 0 w 151"/>
              <a:gd name="T9" fmla="*/ 75 h 151"/>
              <a:gd name="T10" fmla="*/ 0 w 151"/>
              <a:gd name="T11" fmla="*/ 75 h 151"/>
              <a:gd name="T12" fmla="*/ 75 w 151"/>
              <a:gd name="T13" fmla="*/ 0 h 151"/>
              <a:gd name="T14" fmla="*/ 75 w 151"/>
              <a:gd name="T15" fmla="*/ 0 h 151"/>
              <a:gd name="T16" fmla="*/ 150 w 151"/>
              <a:gd name="T17" fmla="*/ 75 h 151"/>
            </a:gdLst>
            <a:ahLst/>
            <a:cxnLst/>
            <a:rect l="0" t="0" r="r" b="b"/>
            <a:pathLst>
              <a:path w="151" h="151">
                <a:moveTo>
                  <a:pt x="150" y="75"/>
                </a:moveTo>
                <a:lnTo>
                  <a:pt x="150" y="75"/>
                </a:lnTo>
                <a:cubicBezTo>
                  <a:pt x="150" y="117"/>
                  <a:pt x="117" y="150"/>
                  <a:pt x="75" y="150"/>
                </a:cubicBezTo>
                <a:lnTo>
                  <a:pt x="75" y="150"/>
                </a:lnTo>
                <a:cubicBezTo>
                  <a:pt x="33" y="150"/>
                  <a:pt x="0" y="117"/>
                  <a:pt x="0" y="75"/>
                </a:cubicBezTo>
                <a:lnTo>
                  <a:pt x="0" y="75"/>
                </a:lnTo>
                <a:cubicBezTo>
                  <a:pt x="0" y="34"/>
                  <a:pt x="33" y="0"/>
                  <a:pt x="75" y="0"/>
                </a:cubicBezTo>
                <a:lnTo>
                  <a:pt x="75" y="0"/>
                </a:lnTo>
                <a:cubicBezTo>
                  <a:pt x="117" y="0"/>
                  <a:pt x="150" y="34"/>
                  <a:pt x="150" y="75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37" name="Freeform 334">
            <a:extLst>
              <a:ext uri="{FF2B5EF4-FFF2-40B4-BE49-F238E27FC236}">
                <a16:creationId xmlns:a16="http://schemas.microsoft.com/office/drawing/2014/main" id="{A691269E-C85B-F640-8627-7F80B872FFC6}"/>
              </a:ext>
            </a:extLst>
          </p:cNvPr>
          <p:cNvSpPr>
            <a:spLocks noGrp="1"/>
          </p:cNvSpPr>
          <p:nvPr/>
        </p:nvSpPr>
        <p:spPr>
          <a:xfrm>
            <a:off x="15306887" y="12435146"/>
            <a:ext cx="186764" cy="186764"/>
          </a:xfrm>
          <a:custGeom>
            <a:avLst/>
            <a:gdLst>
              <a:gd name="T0" fmla="*/ 150 w 151"/>
              <a:gd name="T1" fmla="*/ 75 h 151"/>
              <a:gd name="T2" fmla="*/ 150 w 151"/>
              <a:gd name="T3" fmla="*/ 75 h 151"/>
              <a:gd name="T4" fmla="*/ 75 w 151"/>
              <a:gd name="T5" fmla="*/ 150 h 151"/>
              <a:gd name="T6" fmla="*/ 75 w 151"/>
              <a:gd name="T7" fmla="*/ 150 h 151"/>
              <a:gd name="T8" fmla="*/ 0 w 151"/>
              <a:gd name="T9" fmla="*/ 75 h 151"/>
              <a:gd name="T10" fmla="*/ 0 w 151"/>
              <a:gd name="T11" fmla="*/ 75 h 151"/>
              <a:gd name="T12" fmla="*/ 75 w 151"/>
              <a:gd name="T13" fmla="*/ 0 h 151"/>
              <a:gd name="T14" fmla="*/ 75 w 151"/>
              <a:gd name="T15" fmla="*/ 0 h 151"/>
              <a:gd name="T16" fmla="*/ 150 w 151"/>
              <a:gd name="T17" fmla="*/ 75 h 151"/>
            </a:gdLst>
            <a:ahLst/>
            <a:cxnLst/>
            <a:rect l="0" t="0" r="r" b="b"/>
            <a:pathLst>
              <a:path w="151" h="151">
                <a:moveTo>
                  <a:pt x="150" y="75"/>
                </a:moveTo>
                <a:lnTo>
                  <a:pt x="150" y="75"/>
                </a:lnTo>
                <a:cubicBezTo>
                  <a:pt x="150" y="117"/>
                  <a:pt x="116" y="150"/>
                  <a:pt x="75" y="150"/>
                </a:cubicBezTo>
                <a:lnTo>
                  <a:pt x="75" y="150"/>
                </a:lnTo>
                <a:cubicBezTo>
                  <a:pt x="33" y="150"/>
                  <a:pt x="0" y="117"/>
                  <a:pt x="0" y="75"/>
                </a:cubicBezTo>
                <a:lnTo>
                  <a:pt x="0" y="75"/>
                </a:lnTo>
                <a:cubicBezTo>
                  <a:pt x="0" y="34"/>
                  <a:pt x="33" y="0"/>
                  <a:pt x="75" y="0"/>
                </a:cubicBezTo>
                <a:lnTo>
                  <a:pt x="75" y="0"/>
                </a:lnTo>
                <a:cubicBezTo>
                  <a:pt x="116" y="0"/>
                  <a:pt x="150" y="34"/>
                  <a:pt x="150" y="75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none" anchor="ctr"/>
          <a:lstStyle/>
          <a:p>
            <a:endParaRPr sz="3599">
              <a:latin typeface="Poppins"/>
              <a:ea typeface="Poppins"/>
              <a:cs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BAE58-80F4-4F42-BE2D-A17789B6B347}"/>
              </a:ext>
            </a:extLst>
          </p:cNvPr>
          <p:cNvSpPr>
            <a:spLocks noGrp="1"/>
          </p:cNvSpPr>
          <p:nvPr/>
        </p:nvSpPr>
        <p:spPr>
          <a:xfrm>
            <a:off x="227049" y="506464"/>
            <a:ext cx="2843086" cy="1127873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>
              <a:lnSpc>
                <a:spcPts val="8880"/>
              </a:lnSpc>
              <a:buNone/>
            </a:pPr>
            <a:r>
              <a:rPr sz="5000" b="1" spc="-29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Offboard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B01C5-6570-C245-9FC2-825AF0AD6309}"/>
              </a:ext>
            </a:extLst>
          </p:cNvPr>
          <p:cNvSpPr>
            <a:spLocks noGrp="1"/>
          </p:cNvSpPr>
          <p:nvPr/>
        </p:nvSpPr>
        <p:spPr>
          <a:xfrm>
            <a:off x="187030" y="1752839"/>
            <a:ext cx="8984512" cy="5796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ts val="3840"/>
              </a:lnSpc>
              <a:buNone/>
            </a:pPr>
            <a:r>
              <a:rPr sz="3200" spc="-130">
                <a:latin typeface="Poppins"/>
                <a:ea typeface="Poppins"/>
                <a:cs typeface="Poppins"/>
              </a:rPr>
              <a:t>Managing Exit &amp; Protecting Business Continuity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AC7B75-BD87-F948-8376-FC162AC5C910}"/>
              </a:ext>
            </a:extLst>
          </p:cNvPr>
          <p:cNvSpPr>
            <a:spLocks noGrp="1"/>
          </p:cNvSpPr>
          <p:nvPr/>
        </p:nvSpPr>
        <p:spPr>
          <a:xfrm>
            <a:off x="6070975" y="4933217"/>
            <a:ext cx="1787349" cy="5319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lnSpc>
                <a:spcPts val="3600"/>
              </a:lnSpc>
              <a:buNone/>
            </a:pPr>
            <a:r>
              <a:rPr sz="2600" spc="-30">
                <a:solidFill>
                  <a:schemeClr val="accent3"/>
                </a:solidFill>
                <a:latin typeface="Poppins"/>
                <a:ea typeface="Poppins"/>
                <a:cs typeface="Poppins"/>
              </a:rPr>
              <a:t>Feedback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4C932-1139-8E40-B128-A74E52FAB405}"/>
              </a:ext>
            </a:extLst>
          </p:cNvPr>
          <p:cNvSpPr>
            <a:spLocks noGrp="1"/>
          </p:cNvSpPr>
          <p:nvPr/>
        </p:nvSpPr>
        <p:spPr>
          <a:xfrm>
            <a:off x="5514481" y="12235485"/>
            <a:ext cx="3858125" cy="53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buNone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Business Continuity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7819C9-42F8-6047-B507-F05978BEE6FF}"/>
              </a:ext>
            </a:extLst>
          </p:cNvPr>
          <p:cNvSpPr>
            <a:spLocks noGrp="1"/>
          </p:cNvSpPr>
          <p:nvPr/>
        </p:nvSpPr>
        <p:spPr>
          <a:xfrm>
            <a:off x="10498930" y="12235485"/>
            <a:ext cx="3858125" cy="53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buNone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Reduced People Risk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EB7D95-FFE0-5A41-AEC5-22EA4DD514F6}"/>
              </a:ext>
            </a:extLst>
          </p:cNvPr>
          <p:cNvSpPr>
            <a:spLocks noGrp="1"/>
          </p:cNvSpPr>
          <p:nvPr/>
        </p:nvSpPr>
        <p:spPr>
          <a:xfrm>
            <a:off x="15483379" y="12235485"/>
            <a:ext cx="3858125" cy="53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buNone/>
            </a:pP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Knowledge Retention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B1C1EB-BD17-7648-9263-047851EB99B9}"/>
              </a:ext>
            </a:extLst>
          </p:cNvPr>
          <p:cNvSpPr>
            <a:spLocks noGrp="1"/>
          </p:cNvSpPr>
          <p:nvPr/>
        </p:nvSpPr>
        <p:spPr>
          <a:xfrm>
            <a:off x="1907892" y="6552301"/>
            <a:ext cx="2421497" cy="646331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Objective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D447E8-0394-0A41-9362-258E8C2A4E58}"/>
              </a:ext>
            </a:extLst>
          </p:cNvPr>
          <p:cNvSpPr>
            <a:spLocks noGrp="1"/>
          </p:cNvSpPr>
          <p:nvPr/>
        </p:nvSpPr>
        <p:spPr>
          <a:xfrm>
            <a:off x="1338302" y="7097086"/>
            <a:ext cx="5788677" cy="1916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buNone/>
            </a:pPr>
            <a:r>
              <a:rPr sz="2600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Ensure employee exits are professionally </a:t>
            </a:r>
            <a:r>
              <a:rPr sz="2600" spc="-30">
                <a:solidFill>
                  <a:srgbClr val="002060"/>
                </a:solidFill>
                <a:latin typeface="Poppins"/>
                <a:ea typeface="Poppins"/>
                <a:cs typeface="Poppins"/>
              </a:rPr>
              <a:t>managed</a:t>
            </a:r>
            <a:r>
              <a:rPr sz="2600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 while protecting business knowledge, controls and employer reputation.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6B7FD3-3A6E-B84E-997F-68940AEC853C}"/>
              </a:ext>
            </a:extLst>
          </p:cNvPr>
          <p:cNvSpPr>
            <a:spLocks noGrp="1"/>
          </p:cNvSpPr>
          <p:nvPr/>
        </p:nvSpPr>
        <p:spPr>
          <a:xfrm rot="20522857">
            <a:off x="9246040" y="7126390"/>
            <a:ext cx="3589463" cy="280300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Resignation &amp;</a:t>
            </a:r>
          </a:p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Separation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A3751F-28B4-6B41-841C-60C056E5270D}"/>
              </a:ext>
            </a:extLst>
          </p:cNvPr>
          <p:cNvSpPr>
            <a:spLocks noGrp="1"/>
          </p:cNvSpPr>
          <p:nvPr/>
        </p:nvSpPr>
        <p:spPr>
          <a:xfrm rot="4284363">
            <a:off x="7235598" y="8061549"/>
            <a:ext cx="2448468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Performance</a:t>
            </a:r>
          </a:p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Exits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54D3D0-7DEF-A841-A1F9-060F09637CD3}"/>
              </a:ext>
            </a:extLst>
          </p:cNvPr>
          <p:cNvSpPr>
            <a:spLocks noGrp="1"/>
          </p:cNvSpPr>
          <p:nvPr/>
        </p:nvSpPr>
        <p:spPr>
          <a:xfrm rot="19473432">
            <a:off x="8456581" y="5838856"/>
            <a:ext cx="2448468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Exit Interviews</a:t>
            </a:r>
          </a:p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&amp; Handover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324968-569E-3D44-A342-9DDA5B699819}"/>
              </a:ext>
            </a:extLst>
          </p:cNvPr>
          <p:cNvSpPr>
            <a:spLocks noGrp="1"/>
          </p:cNvSpPr>
          <p:nvPr/>
        </p:nvSpPr>
        <p:spPr>
          <a:xfrm rot="2199289">
            <a:off x="10434640" y="5114441"/>
            <a:ext cx="2911059" cy="186499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Clearance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E30F61-6F8D-D14D-A774-B9A59973A294}"/>
              </a:ext>
            </a:extLst>
          </p:cNvPr>
          <p:cNvSpPr>
            <a:spLocks noGrp="1"/>
          </p:cNvSpPr>
          <p:nvPr/>
        </p:nvSpPr>
        <p:spPr>
          <a:xfrm>
            <a:off x="17506923" y="7382218"/>
            <a:ext cx="6120520" cy="95410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buNone/>
            </a:pPr>
            <a:r>
              <a:rPr sz="2800" b="1" spc="-30">
                <a:solidFill>
                  <a:schemeClr val="tx2"/>
                </a:solidFill>
                <a:latin typeface="Poppins"/>
                <a:ea typeface="Poppins"/>
                <a:cs typeface="Poppins"/>
              </a:rPr>
              <a:t>Alumni/employer-brand considerations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C32A7-0238-A9D2-1AFB-C112D3581AED}"/>
              </a:ext>
            </a:extLst>
          </p:cNvPr>
          <p:cNvSpPr>
            <a:spLocks noGrp="1"/>
          </p:cNvSpPr>
          <p:nvPr/>
        </p:nvSpPr>
        <p:spPr>
          <a:xfrm rot="1630825">
            <a:off x="13753070" y="7763211"/>
            <a:ext cx="2631907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Benefits Admin</a:t>
            </a:r>
          </a:p>
          <a:p>
            <a:pPr algn="ctr">
              <a:buNone/>
            </a:pPr>
            <a:r>
              <a:rPr b="1" spc="-30">
                <a:solidFill>
                  <a:schemeClr val="bg1"/>
                </a:solidFill>
                <a:latin typeface="Poppins"/>
                <a:ea typeface="Poppins"/>
                <a:cs typeface="Poppins"/>
              </a:rPr>
              <a:t>&amp; Exit</a:t>
            </a:r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336000" y="12573000"/>
            <a:ext cx="3048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021092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AI - Agile Methodology">
      <a:dk1>
        <a:srgbClr val="747993"/>
      </a:dk1>
      <a:lt1>
        <a:srgbClr val="FFFFFF"/>
      </a:lt1>
      <a:dk2>
        <a:srgbClr val="111340"/>
      </a:dk2>
      <a:lt2>
        <a:srgbClr val="FFFFFF"/>
      </a:lt2>
      <a:accent1>
        <a:srgbClr val="6C419D"/>
      </a:accent1>
      <a:accent2>
        <a:srgbClr val="007ED6"/>
      </a:accent2>
      <a:accent3>
        <a:srgbClr val="49C785"/>
      </a:accent3>
      <a:accent4>
        <a:srgbClr val="FDC300"/>
      </a:accent4>
      <a:accent5>
        <a:srgbClr val="FE7159"/>
      </a:accent5>
      <a:accent6>
        <a:srgbClr val="E2ECF1"/>
      </a:accent6>
      <a:hlink>
        <a:srgbClr val="335FFE"/>
      </a:hlink>
      <a:folHlink>
        <a:srgbClr val="CA64D4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 - Agile Methodolog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Theme">
  <a:themeElements>
    <a:clrScheme name="AI - Agile Methodology">
      <a:dk1>
        <a:srgbClr val="747993"/>
      </a:dk1>
      <a:lt1>
        <a:srgbClr val="FFFFFF"/>
      </a:lt1>
      <a:dk2>
        <a:srgbClr val="111340"/>
      </a:dk2>
      <a:lt2>
        <a:srgbClr val="FFFFFF"/>
      </a:lt2>
      <a:accent1>
        <a:srgbClr val="6C419D"/>
      </a:accent1>
      <a:accent2>
        <a:srgbClr val="007ED6"/>
      </a:accent2>
      <a:accent3>
        <a:srgbClr val="49C785"/>
      </a:accent3>
      <a:accent4>
        <a:srgbClr val="FDC300"/>
      </a:accent4>
      <a:accent5>
        <a:srgbClr val="FE7159"/>
      </a:accent5>
      <a:accent6>
        <a:srgbClr val="E2ECF1"/>
      </a:accent6>
      <a:hlink>
        <a:srgbClr val="335FFE"/>
      </a:hlink>
      <a:folHlink>
        <a:srgbClr val="CA64D4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 - Agile Methodology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1312</Words>
  <Application>Microsoft Office PowerPoint</Application>
  <DocSecurity>0</DocSecurity>
  <PresentationFormat>Custom</PresentationFormat>
  <Paragraphs>215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DM Sans</vt:lpstr>
      <vt:lpstr>Poppins</vt:lpstr>
      <vt:lpstr>Default Theme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Morin Omoregie</cp:lastModifiedBy>
  <cp:revision>1</cp:revision>
  <dcterms:created xsi:type="dcterms:W3CDTF">2026-08-29T07:18:31Z</dcterms:created>
  <dcterms:modified xsi:type="dcterms:W3CDTF">2026-08-29T07:22:05Z</dcterms:modified>
</cp:coreProperties>
</file>